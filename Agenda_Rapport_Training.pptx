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6400800" cy="6400800"/>
          </a:xfrm>
          <a:prstGeom prst="ellipse">
            <a:avLst/>
          </a:prstGeom>
          <a:solidFill>
            <a:srgbClr val="16343F"/>
          </a:solidFill>
          <a:ln w="12700">
            <a:solidFill>
              <a:srgbClr val="1634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108960"/>
            <a:ext cx="5943600" cy="5943600"/>
          </a:xfrm>
          <a:prstGeom prst="ellipse">
            <a:avLst/>
          </a:prstGeom>
          <a:solidFill>
            <a:srgbClr val="0D6E8A">
              <a:alpha val="16000"/>
            </a:srgbClr>
          </a:solidFill>
          <a:ln w="12700">
            <a:solidFill>
              <a:srgbClr val="0D6E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E1B23"/>
          </a:solidFill>
          <a:ln w="12700">
            <a:solidFill>
              <a:srgbClr val="0E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75488"/>
            <a:ext cx="91440" cy="2743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4754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Training: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8229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 Setting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Rapport Building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76656" y="25786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pleasant conversations to structured, outcome-driven meetings.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2779776" cy="10058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18211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82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8448" y="3511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 know their world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090672"/>
            <a:ext cx="2779776" cy="10058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3008" y="318211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182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2452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24528" y="3511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collaborative agenda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090672"/>
            <a:ext cx="2779776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18211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182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5060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3511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success before you start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169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AEs &amp; SEs  ·  Prospects &amp; Existing Clients  ·  Meevo Sales Enablement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Why This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from call reviews across the team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2688336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2688336" cy="6583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058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We're Doing Well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2688336" cy="914400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2084832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6537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communication style across most calls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3090672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7121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rapport is evident — clients and prospects respond warmly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767328"/>
            <a:ext cx="2688336" cy="914400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4096512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7705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 is consistent and credible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63824" y="969264"/>
            <a:ext cx="2688336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969264"/>
            <a:ext cx="2688336" cy="65836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0058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Opportunity: Agenda Positioning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63824" y="1755648"/>
            <a:ext cx="2688336" cy="914400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084832"/>
            <a:ext cx="256032" cy="25603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186537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Agendas are inconsistently set — some calls lack one entirely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163824" y="2761488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090672"/>
            <a:ext cx="256032" cy="25603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287121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conversations meander and close rates drop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163824" y="3767328"/>
            <a:ext cx="2688336" cy="914400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4096512"/>
            <a:ext cx="256032" cy="25603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87705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doesn't know where the call is headed — creates vagueness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53328" y="969264"/>
            <a:ext cx="2688336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969264"/>
            <a:ext cx="2688336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0058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Biggest Missed Opportunity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53328" y="1755648"/>
            <a:ext cx="2688336" cy="914400"/>
          </a:xfrm>
          <a:prstGeom prst="rect">
            <a:avLst/>
          </a:prstGeom>
          <a:solidFill>
            <a:srgbClr val="FDF0D8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208483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186537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guiding toward clear, stated outcomes before the meeting starts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53328" y="2761488"/>
            <a:ext cx="26883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309067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287121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'let me think about it' instead of clear next steps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053328" y="3767328"/>
            <a:ext cx="2688336" cy="914400"/>
          </a:xfrm>
          <a:prstGeom prst="rect">
            <a:avLst/>
          </a:prstGeom>
          <a:solidFill>
            <a:srgbClr val="FDF0D8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1344" y="409651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877056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this is the highest-leverage change available to the team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49743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Objective: Move from pleasant conversations to structured, outcome-driven meetings that consistently close.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Psychology of the Buyer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AE Playbook — the first 90 seconds determine everything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603504"/>
          </a:xfrm>
          <a:prstGeom prst="rect">
            <a:avLst/>
          </a:prstGeom>
          <a:solidFill>
            <a:srgbClr val="1C2B36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60350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84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answers a call or joins a meeting, two emotions almost always exist simultaneously: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82496"/>
            <a:ext cx="4206240" cy="4937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7099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REGRET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" y="22311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feel interrupted. Their workflow was broken. They're calculating how quickly they can get back to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" y="2889504"/>
            <a:ext cx="3950208" cy="438912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2889504"/>
            <a:ext cx="54864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I pick up this call?"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1682496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682496"/>
            <a:ext cx="4206240" cy="493776"/>
          </a:xfrm>
          <a:prstGeom prst="rect">
            <a:avLst/>
          </a:prstGeom>
          <a:solidFill>
            <a:srgbClr val="7B3A8A"/>
          </a:solidFill>
          <a:ln w="12700">
            <a:solidFill>
              <a:srgbClr val="7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7099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DEFENSIVENESS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9744" y="22311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protecting their time and money. They expect a pitch. Their guard is up before you say a word.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9744" y="2889504"/>
            <a:ext cx="3950208" cy="438912"/>
          </a:xfrm>
          <a:prstGeom prst="rect">
            <a:avLst/>
          </a:prstGeom>
          <a:solidFill>
            <a:srgbClr val="EDE0F5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2889504"/>
            <a:ext cx="54864" cy="438912"/>
          </a:xfrm>
          <a:prstGeom prst="rect">
            <a:avLst/>
          </a:prstGeom>
          <a:solidFill>
            <a:srgbClr val="7B3A8A"/>
          </a:solidFill>
          <a:ln w="12700">
            <a:solidFill>
              <a:srgbClr val="7B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buying anything today."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in the first 90 seconds: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2779776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67328"/>
            <a:ext cx="2779776" cy="731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895344"/>
            <a:ext cx="347472" cy="34747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Defenses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40965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feel seen, not sold to. Reference something specific about their business.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18688" y="3767328"/>
            <a:ext cx="2779776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3767328"/>
            <a:ext cx="2779776" cy="7315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8416" y="3895344"/>
            <a:ext cx="347472" cy="34747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67328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Credibility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767328" y="40965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 understand their world — chairs, rooms, memberships, providers — before they ask.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63056" y="3767328"/>
            <a:ext cx="2779776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3767328"/>
            <a:ext cx="2779776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3895344"/>
            <a:ext cx="347472" cy="3474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11696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Structure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711696" y="40965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 clear agenda. Tell them where you're going. Reduce their anxiety about the call.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828800"/>
            <a:ext cx="5943600" cy="5943600"/>
          </a:xfrm>
          <a:prstGeom prst="ellipse">
            <a:avLst/>
          </a:prstGeom>
          <a:solidFill>
            <a:srgbClr val="16343F"/>
          </a:solidFill>
          <a:ln w="12700">
            <a:solidFill>
              <a:srgbClr val="1634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0" y="3474720"/>
            <a:ext cx="5303520" cy="5303520"/>
          </a:xfrm>
          <a:prstGeom prst="ellipse">
            <a:avLst/>
          </a:prstGeom>
          <a:solidFill>
            <a:srgbClr val="0D6E8A">
              <a:alpha val="14000"/>
            </a:srgbClr>
          </a:solidFill>
          <a:ln w="12700">
            <a:solidFill>
              <a:srgbClr val="0D6E8A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E1B23"/>
          </a:solidFill>
          <a:ln w="12700">
            <a:solidFill>
              <a:srgbClr val="0E1B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645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The PPO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Meevo Standard for Every Structured Meeting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84048" y="1170432"/>
            <a:ext cx="8412480" cy="1024128"/>
          </a:xfrm>
          <a:prstGeom prst="rect">
            <a:avLst/>
          </a:prstGeom>
          <a:solidFill>
            <a:srgbClr val="0A5570"/>
          </a:solidFill>
          <a:ln/>
          <a:effectLst>
            <a:outerShdw sx="100000" sy="100000" kx="0" ky="0" algn="bl" rotWithShape="0" blurRad="508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362456"/>
            <a:ext cx="640080" cy="640080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62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25296" y="1298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296" y="1645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your introduction. Show you know their business.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91456" y="1335024"/>
            <a:ext cx="0" cy="694944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6187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something specific about their location, service mix, client volume, or recent news. Make it unmistakably about them — not a generic opener.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2286000"/>
            <a:ext cx="8412480" cy="1024128"/>
          </a:xfrm>
          <a:prstGeom prst="rect">
            <a:avLst/>
          </a:prstGeom>
          <a:solidFill>
            <a:srgbClr val="086B60"/>
          </a:solidFill>
          <a:ln/>
          <a:effectLst>
            <a:outerShdw sx="100000" sy="100000" kx="0" ky="0" algn="bl" rotWithShape="0" blurRad="508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478024"/>
            <a:ext cx="640080" cy="640080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78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25296" y="24140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5296" y="27614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collaborative agenda. Frame the conversation as mutual exploration.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91456" y="2450592"/>
            <a:ext cx="0" cy="694944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7744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them through exactly what you'll cover and ask if it works for them. Creates psychological safety and positions you as a guide, not a pitcher.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4048" y="3401568"/>
            <a:ext cx="8412480" cy="1024128"/>
          </a:xfrm>
          <a:prstGeom prst="rect">
            <a:avLst/>
          </a:prstGeom>
          <a:solidFill>
            <a:srgbClr val="7A5510"/>
          </a:solidFill>
          <a:ln/>
          <a:effectLst>
            <a:outerShdw sx="100000" sy="100000" kx="0" ky="0" algn="bl" rotWithShape="0" blurRad="508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593592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593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25296" y="3529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5296" y="3877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success looks like before you begin.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91456" y="3566160"/>
            <a:ext cx="0" cy="694944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4930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what the end of the call looks like — whether it's a fit or not. Explicit buy-in eliminates vague endings and creates forward momentum.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4048" y="4535424"/>
            <a:ext cx="8412480" cy="21945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45537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 Discovery Calls  ·  Demos  ·  Expansion Conversations  ·  QBRs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PURPOSE: Building Rapport the Right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 in PPO — personalize before you pitch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4206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420624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87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These Rapport Killers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20624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600200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148132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small talk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173736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'How's the weather?' signals you don't know their world.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276856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215798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into product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241401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 Meevo has this great feature...' before trust is built closes minds fast.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20624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953512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283464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Company-first intros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30906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'We're a leading platform for...' puts you, not them, at the center.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11296"/>
            <a:ext cx="4206240" cy="40233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529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 Instead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2336" y="395020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something specific: a recent location expansion, a membership launch, strong Google reviews, or a service line you saw on their site or Instagram.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81728" y="969264"/>
            <a:ext cx="4187952" cy="36210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969264"/>
            <a:ext cx="4187952" cy="40233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987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Opening Examples — Meevo Context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681728" y="1426464"/>
            <a:ext cx="4187952" cy="969264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1426464"/>
            <a:ext cx="4187952" cy="2560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— Salon / Med-Spa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719072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saw you recently expanded into a second location — congratulations. What prompted the growth, and how has it changed how you're managing the team day-to-day?"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21396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Specific. Flattering. Opens a story. Signals research.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81728" y="2468880"/>
            <a:ext cx="4187952" cy="969264"/>
          </a:xfrm>
          <a:prstGeom prst="rect">
            <a:avLst/>
          </a:prstGeom>
          <a:solidFill>
            <a:srgbClr val="F0F5F7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2468880"/>
            <a:ext cx="4187952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505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— Day Spa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76148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noticed you've added massage and facial packages and your Google rating is 4.9 — that level of retention doesn't happen by accident. What's your team doing differently?"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54880" y="318211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Leads with earned credibility. Gets them talking about what they're proud of.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81728" y="3511296"/>
            <a:ext cx="4187952" cy="969264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3511296"/>
            <a:ext cx="4187952" cy="25603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CLIENT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80390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noticed your membership revenue has increased quarter over quarter since go-live — what's been driving that success on your end?"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54880" y="42245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Uses their own data. Positions you as invested in their success.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81728" y="4608576"/>
            <a:ext cx="4187952" cy="27432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46268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Make it about them, not Meevo. Every word in your opener should prove you were paying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PLAN: Agenda Positioning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highest-opportunity area identified in call reviews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530352"/>
          </a:xfrm>
          <a:prstGeom prst="rect">
            <a:avLst/>
          </a:prstGeom>
          <a:solidFill>
            <a:srgbClr val="0D6E8A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84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Call Feedback: Agenda positioning is the single clearest opportunity area across the team. Calls without an agenda drift, buyers disengage, and close rates suffer.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5029200" cy="24323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9344"/>
            <a:ext cx="5029200" cy="40233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627632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Agenda Structure — Use This Template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2336" y="20665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 today is to:"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" y="2487168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45059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current setup and how things are running today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" y="2944368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90779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where inefficiencies might be costing you time or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" y="3401568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36499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together whether it makes sense to move forward with a tailored solution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5029200" cy="438912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749040"/>
            <a:ext cx="54864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785616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ask: "Does that agenda work for you?" — and wait for their yes.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9344"/>
            <a:ext cx="338328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609344"/>
            <a:ext cx="3383280" cy="402336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2704" y="16276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 — Psychologically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2066544"/>
            <a:ext cx="3383280" cy="475488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176272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07024" y="210312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psychological safety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07024" y="232257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where the call is headed. Anxiety drops.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259689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2706624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07024" y="263347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your leadership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07024" y="285292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this call, not them. You're the guide.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3127248"/>
            <a:ext cx="3383280" cy="475488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3236976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07024" y="316382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wandering conversations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907024" y="338328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agenda is a contract. Either party can reference it.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0" y="365760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3767328"/>
            <a:ext cx="256032" cy="256032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07024" y="369417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explicit buy-in early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907024" y="391363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'yes' to the agenda is the first commitment.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279392"/>
            <a:ext cx="8595360" cy="27432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4297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without an agenda is a conversation. A call with one is a meeting. Only one of them moves deals forward.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For SEs: Your Role in Agenda &amp; Rapport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jump into screens — your opening matters as much as the AE's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493776"/>
          </a:xfrm>
          <a:prstGeom prst="rect">
            <a:avLst/>
          </a:prstGeom>
          <a:solidFill>
            <a:srgbClr val="1C2B36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should not 'jump into screens.' The technical demo earns trust — but only after the business problem has been validated and the agenda confirmed.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2779776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2779776" cy="914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719072"/>
            <a:ext cx="457200" cy="457200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264" y="17007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 Agenda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" y="221284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take the floor, connect back to the agenda the AE set. 'We've aligned on three areas — let me show you each one in context of your workflow.'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572768"/>
            <a:ext cx="2779776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572768"/>
            <a:ext cx="2779776" cy="9144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1719072"/>
            <a:ext cx="457200" cy="457200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13632" y="17007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Workflow Priorities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46704" y="221284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in, ask: 'Which of the three pain points is most urgent for you today?' This earns goodwill and focuses the demo on real impact.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1572768"/>
            <a:ext cx="2779776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572768"/>
            <a:ext cx="2779776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719072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17007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Demos to Stated Impact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221284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you show should be anchored to something the prospect said during discovery. Don't show features — show answers to their specific problems.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218688"/>
            <a:ext cx="8595360" cy="31089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236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Swap — What to Say Instead of 'Let me show you...'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584448"/>
            <a:ext cx="420624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584448"/>
            <a:ext cx="54864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6576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"Let me show you the reporting module."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45152" y="3584448"/>
            <a:ext cx="4224528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3584448"/>
            <a:ext cx="54864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65760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"Earlier you mentioned reporting gaps were impacting visibility into your chair utilization — let's start there and show you exactly how that's solved in Meevo."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297680"/>
            <a:ext cx="420624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297680"/>
            <a:ext cx="54864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37083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"So this is the membership dashboard..."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45152" y="4297680"/>
            <a:ext cx="4224528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5152" y="4297680"/>
            <a:ext cx="54864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4370832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"You mentioned lapsed members were a manual headache — this is what automatic renewal alerts and lapse follow-ups look like in practice."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974336"/>
            <a:ext cx="8595360" cy="274320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49926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aligns with stronger SPIN execution: demos tied to stated problems close at higher rates than product tours.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OUTCOME: State It Before You Start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 in PPO — commitment before content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422452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4224528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8755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Stating the Outcome First Works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224528" cy="585216"/>
          </a:xfrm>
          <a:prstGeom prst="rect">
            <a:avLst/>
          </a:prstGeom>
          <a:solidFill>
            <a:srgbClr val="FDF0D8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58191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148132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commit more when they know where they're headed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8096" y="171907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breeds anxiety. A stated outcome removes it. They relax and engage.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22199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212140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vague 'let me think about it' ending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" y="235915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outcome is pre-agreed, there's no ambiguity about what happens at the end.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4224528" cy="585216"/>
          </a:xfrm>
          <a:prstGeom prst="rect">
            <a:avLst/>
          </a:prstGeom>
          <a:solidFill>
            <a:srgbClr val="FDF0D8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86207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276148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mutual accountability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" y="29992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have agreed to arrive at a decision together. That's a contract, not a pitch.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81728" y="969264"/>
            <a:ext cx="4187952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969264"/>
            <a:ext cx="4187952" cy="402336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987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Language — Use This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81728" y="1426464"/>
            <a:ext cx="4187952" cy="1133856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1426464"/>
            <a:ext cx="54864" cy="11338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148132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determine it's a fit, we'll walk through next steps — including implementation, onboarding, and investment. If we determine it's not a fit, that's completely fine too — no pressure either way."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1728" y="2615184"/>
            <a:ext cx="4187952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1456" y="272491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0096" y="2670048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ask: "How does that sound?" — and wait for their explicit yes.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438144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38144"/>
            <a:ext cx="8595360" cy="34747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34564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Buy-In Is Critical — From PPO Guidance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9184" y="3840480"/>
            <a:ext cx="2779776" cy="658368"/>
          </a:xfrm>
          <a:prstGeom prst="rect">
            <a:avLst/>
          </a:prstGeom>
          <a:solidFill>
            <a:srgbClr val="F0F5F7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" y="3840480"/>
            <a:ext cx="54864" cy="65836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770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verbal 'yes' is micro-commitment #1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commitment chains forward. Yes to the outcome → yes to next steps.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36976" y="3840480"/>
            <a:ext cx="27797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6976" y="3840480"/>
            <a:ext cx="54864" cy="658368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38770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ambiguous ending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say 'let me think about it' to an outcome they pre-agreed to.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44768" y="3840480"/>
            <a:ext cx="2779776" cy="658368"/>
          </a:xfrm>
          <a:prstGeom prst="rect">
            <a:avLst/>
          </a:prstGeom>
          <a:solidFill>
            <a:srgbClr val="F0F5F7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3840480"/>
            <a:ext cx="54864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8770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establishes mutual investment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72784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presenting at them — you're solving together. That's a different dynamic.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74320" y="4626864"/>
            <a:ext cx="8595360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46451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isn't just the close — it's the setup for everything that follows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Applying This to Existing Clients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isn't just for new business — structured agendas drive upsell success too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493776"/>
          </a:xfrm>
          <a:prstGeom prst="rect">
            <a:avLst/>
          </a:prstGeom>
          <a:solidFill>
            <a:srgbClr val="0A8A7C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setting is not just for new business. Existing clients respond the same way: structure builds confidence, and confidence leads to expansion conversations.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06240" cy="3310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4206240" cy="40233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59105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029968"/>
            <a:ext cx="3986784" cy="1152144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029968"/>
            <a:ext cx="54864" cy="115214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066544"/>
            <a:ext cx="3785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I'd like to: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your performance trends since go-live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any revenue gaps or operational friction you're still experiencing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 whether additional Meevo tools could support where you want to grow"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" y="3346704"/>
            <a:ext cx="201168" cy="201168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29184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their performance data — makes them feel valued, not sold 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" y="3712464"/>
            <a:ext cx="201168" cy="201168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65760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call around their growth, not Meevo's upsell targets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2336" y="4078224"/>
            <a:ext cx="201168" cy="201168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2336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Pre-frames a natural next step without it feeling like a pitch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4048" y="4443984"/>
            <a:ext cx="3986784" cy="40233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46227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Q: "What's the one area that's still creating more manual work than it should — even after everything we've set up together?"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8304" y="1572768"/>
            <a:ext cx="4206240" cy="3310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572768"/>
            <a:ext cx="4206240" cy="40233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59105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/ Business Review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28032" y="2029968"/>
            <a:ext cx="3986784" cy="1152144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029968"/>
            <a:ext cx="54864" cy="1152144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066544"/>
            <a:ext cx="3785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 for today is to: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Celebrate what's working and quantify the ROI you've seen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gaps between where you are and where you want to be by end of year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Align on two or three priorities for the next quarter"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346704"/>
            <a:ext cx="201168" cy="20116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29184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celebration — reduces defensiveness, increases engagement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712464"/>
            <a:ext cx="201168" cy="20116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65760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framing positions expansion naturally without pressure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4078224"/>
            <a:ext cx="201168" cy="201168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02336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mutual alignment — both parties leave with a shared plan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28032" y="4443984"/>
            <a:ext cx="3986784" cy="40233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46227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Q: "If you could change one thing about how Meevo is being used in your business right now, what would it be?"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9377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 in client calls increases upsell success. Unstructured reviews rarely produce commitments.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What Great Looks Like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512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markers of a structured, outcome-driven meeting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2029968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2029968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1847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Clear Agenda Positioning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a named agenda, walks through each item, and asks for confirmation. The prospect knows exactly where the call is headed.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322576"/>
            <a:ext cx="2029968" cy="950976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22576"/>
            <a:ext cx="54864" cy="95097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359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560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 today is to cover three things — let me walk you through them and tell me if anything's missing."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28416"/>
            <a:ext cx="202996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28416"/>
            <a:ext cx="54864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3649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35661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The call meanders, the buyer disengages, and the rep loses control of the narrative.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50592" y="969264"/>
            <a:ext cx="2029968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969264"/>
            <a:ext cx="2029968" cy="5303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987552"/>
            <a:ext cx="1847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Deeper Discovery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155448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Implication and Need-Payoff questions, not just surface problems. Gets the prospect to quantify and feel the cost themselves.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2322576"/>
            <a:ext cx="2029968" cy="950976"/>
          </a:xfrm>
          <a:prstGeom prst="rect">
            <a:avLst/>
          </a:prstGeom>
          <a:solidFill>
            <a:srgbClr val="D4E9F0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2322576"/>
            <a:ext cx="54864" cy="9509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359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2560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you're losing 5 no-shows a week at $90 each — that's $23K a year in empty chairs. How does that land?"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3328416"/>
            <a:ext cx="202996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3328416"/>
            <a:ext cx="54864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3649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35661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Pain is found but urgency isn't built. The buyer says 'let me think about it.'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969264"/>
            <a:ext cx="2029968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969264"/>
            <a:ext cx="2029968" cy="530352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987552"/>
            <a:ext cx="1847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Active, Persuasive Language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36592" y="155448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confident framing, mirroring, and direct requests. Avoids weak hedging like 'just wanted to check in' or 'if you're open to it.'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26864" y="2322576"/>
            <a:ext cx="2029968" cy="950976"/>
          </a:xfrm>
          <a:prstGeom prst="rect">
            <a:avLst/>
          </a:prstGeom>
          <a:solidFill>
            <a:srgbClr val="D8F0ED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6864" y="2322576"/>
            <a:ext cx="54864" cy="950976"/>
          </a:xfrm>
          <a:prstGeom prst="rect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59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2560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what you've shared, I think Meevo solves this — but let me show you so you can decide for yourself."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26864" y="3328416"/>
            <a:ext cx="202996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6864" y="3328416"/>
            <a:ext cx="54864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649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5661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Weak language signals low conviction. Prospects don't commit to reps who aren't committed.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03136" y="969264"/>
            <a:ext cx="2029968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969264"/>
            <a:ext cx="202996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987552"/>
            <a:ext cx="1847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Clear Next Steps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12864" y="155448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ending, names a specific action with a date. Never leaves without a time-bound commitment from both parties.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803136" y="2322576"/>
            <a:ext cx="2029968" cy="950976"/>
          </a:xfrm>
          <a:prstGeom prst="rect">
            <a:avLst/>
          </a:prstGeom>
          <a:solidFill>
            <a:srgbClr val="FDF0D8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3136" y="2322576"/>
            <a:ext cx="54864" cy="9509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2359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31152" y="2560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set 30 minutes for next Thursday — I'll send a calendar invite with what I'll cover and what I need from you."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03136" y="3328416"/>
            <a:ext cx="202996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4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03136" y="3328416"/>
            <a:ext cx="54864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33649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31152" y="35661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'I'll send you some info' is not a next step. It's a polite way of losing the deal slowly.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50474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markers are observable and coachable. If a call has all four — expect a next step. Missing any one? Diagnose it and fix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828800"/>
            <a:ext cx="5943600" cy="5943600"/>
          </a:xfrm>
          <a:prstGeom prst="ellipse">
            <a:avLst/>
          </a:prstGeom>
          <a:solidFill>
            <a:srgbClr val="16343F"/>
          </a:solidFill>
          <a:ln w="12700">
            <a:solidFill>
              <a:srgbClr val="1634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108960"/>
            <a:ext cx="5303520" cy="5303520"/>
          </a:xfrm>
          <a:prstGeom prst="ellipse">
            <a:avLst/>
          </a:prstGeom>
          <a:solidFill>
            <a:srgbClr val="0D6E8A">
              <a:alpha val="14000"/>
            </a:srgbClr>
          </a:solidFill>
          <a:ln w="12700">
            <a:solidFill>
              <a:srgbClr val="0D6E8A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E1B23"/>
          </a:solidFill>
          <a:ln w="12700">
            <a:solidFill>
              <a:srgbClr val="0E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Practice Exercise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47548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Into Practice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84048" y="1152144"/>
            <a:ext cx="4937760" cy="2706624"/>
          </a:xfrm>
          <a:prstGeom prst="rect">
            <a:avLst/>
          </a:prstGeom>
          <a:solidFill>
            <a:srgbClr val="16343F"/>
          </a:solidFill>
          <a:ln/>
          <a:effectLst>
            <a:outerShdw sx="100000" sy="100000" kx="0" ky="0" algn="bl" rotWithShape="0" blurRad="508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52144"/>
            <a:ext cx="4937760" cy="4572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1704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Three-Step Exercise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" y="1883664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181051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your PPO opener in your own voice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0976" y="206654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Purpose, Plan, and Outcome for a real account in your pipeline. Make the Purpose specific to their business. Make it sound like you, not a script.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" y="2615184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254203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yourself delivering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0976" y="279806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or audio only. Listen back. Did it sound natural? Did you set a clear agenda? Did you state the outcome and get buy-in? Be honest with yourself.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2064" y="3346704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" y="327355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your next live discovery or call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0976" y="352958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full PPO structure. After the call, score yourself: Did I do all three? Was there a clear next step? What would I change next time?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0" y="1152144"/>
            <a:ext cx="3291840" cy="2706624"/>
          </a:xfrm>
          <a:prstGeom prst="rect">
            <a:avLst/>
          </a:prstGeom>
          <a:solidFill>
            <a:srgbClr val="E8A020"/>
          </a:solidFill>
          <a:ln/>
          <a:effectLst>
            <a:outerShdw sx="100000" sy="100000" kx="0" ky="0" algn="bl" rotWithShape="0" blurRad="508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152144"/>
            <a:ext cx="3291840" cy="457200"/>
          </a:xfrm>
          <a:prstGeom prst="rect">
            <a:avLst/>
          </a:prstGeom>
          <a:solidFill>
            <a:srgbClr val="0E1B23"/>
          </a:solidFill>
          <a:ln w="12700">
            <a:solidFill>
              <a:srgbClr val="0E1B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11704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14416" y="171907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builds trust.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14416" y="206654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builds control.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14416" y="241401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builds momentum.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14416" y="2907792"/>
            <a:ext cx="2926080" cy="0"/>
          </a:xfrm>
          <a:prstGeom prst="line">
            <a:avLst/>
          </a:prstGeom>
          <a:noFill/>
          <a:ln w="12700">
            <a:solidFill>
              <a:srgbClr val="0E1B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299923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E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three are present, deals move forward. Consistently.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84048" y="3950208"/>
            <a:ext cx="8394192" cy="566928"/>
          </a:xfrm>
          <a:prstGeom prst="rect">
            <a:avLst/>
          </a:prstGeom>
          <a:solidFill>
            <a:srgbClr val="0D3344"/>
          </a:solidFill>
          <a:ln w="12700">
            <a:solidFill>
              <a:srgbClr val="0D33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4096512"/>
            <a:ext cx="329184" cy="329184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41148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— Show you know their world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10128" y="4096512"/>
            <a:ext cx="329184" cy="329184"/>
          </a:xfrm>
          <a:prstGeom prst="ellipse">
            <a:avLst/>
          </a:prstGeom>
          <a:solidFill>
            <a:srgbClr val="0A8A7C"/>
          </a:solidFill>
          <a:ln w="12700">
            <a:solidFill>
              <a:srgbClr val="0A8A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30752" y="41148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Set a collaborative agenda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08192" y="4096512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28816" y="41148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— State success before you start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Agenda Setting &amp; Rapport Building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Setting &amp; Rapport Building — Meevo Sales Training</dc:title>
  <dc:subject>PptxGenJS Presentation</dc:subject>
  <dc:creator>PptxGenJS</dc:creator>
  <cp:lastModifiedBy>PptxGenJS</cp:lastModifiedBy>
  <cp:revision>1</cp:revision>
  <dcterms:created xsi:type="dcterms:W3CDTF">2026-02-24T18:21:46Z</dcterms:created>
  <dcterms:modified xsi:type="dcterms:W3CDTF">2026-02-24T18:21:46Z</dcterms:modified>
</cp:coreProperties>
</file>