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2E2EA3-E479-FC34-5F2E-62AA8E1E3E17}" v="21" dt="2026-03-12T17:54:13.1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ry Moorehead" userId="S::tmoorehead@meevo.com::a2a6df63-b8e3-4cea-aa6c-ded8cdcb5bd7" providerId="AD" clId="Web-{392E2EA3-E479-FC34-5F2E-62AA8E1E3E17}"/>
    <pc:docChg chg="modSld">
      <pc:chgData name="Terry Moorehead" userId="S::tmoorehead@meevo.com::a2a6df63-b8e3-4cea-aa6c-ded8cdcb5bd7" providerId="AD" clId="Web-{392E2EA3-E479-FC34-5F2E-62AA8E1E3E17}" dt="2026-03-12T17:54:13.124" v="20" actId="20577"/>
      <pc:docMkLst>
        <pc:docMk/>
      </pc:docMkLst>
      <pc:sldChg chg="modSp">
        <pc:chgData name="Terry Moorehead" userId="S::tmoorehead@meevo.com::a2a6df63-b8e3-4cea-aa6c-ded8cdcb5bd7" providerId="AD" clId="Web-{392E2EA3-E479-FC34-5F2E-62AA8E1E3E17}" dt="2026-03-12T17:51:45.105" v="0" actId="20577"/>
        <pc:sldMkLst>
          <pc:docMk/>
          <pc:sldMk cId="0" sldId="256"/>
        </pc:sldMkLst>
        <pc:spChg chg="mod">
          <ac:chgData name="Terry Moorehead" userId="S::tmoorehead@meevo.com::a2a6df63-b8e3-4cea-aa6c-ded8cdcb5bd7" providerId="AD" clId="Web-{392E2EA3-E479-FC34-5F2E-62AA8E1E3E17}" dt="2026-03-12T17:51:45.105" v="0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392E2EA3-E479-FC34-5F2E-62AA8E1E3E17}" dt="2026-03-12T17:52:22.249" v="9" actId="20577"/>
        <pc:sldMkLst>
          <pc:docMk/>
          <pc:sldMk cId="0" sldId="258"/>
        </pc:sldMkLst>
        <pc:spChg chg="mod">
          <ac:chgData name="Terry Moorehead" userId="S::tmoorehead@meevo.com::a2a6df63-b8e3-4cea-aa6c-ded8cdcb5bd7" providerId="AD" clId="Web-{392E2EA3-E479-FC34-5F2E-62AA8E1E3E17}" dt="2026-03-12T17:52:10.108" v="3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Terry Moorehead" userId="S::tmoorehead@meevo.com::a2a6df63-b8e3-4cea-aa6c-ded8cdcb5bd7" providerId="AD" clId="Web-{392E2EA3-E479-FC34-5F2E-62AA8E1E3E17}" dt="2026-03-12T17:52:14.248" v="5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Terry Moorehead" userId="S::tmoorehead@meevo.com::a2a6df63-b8e3-4cea-aa6c-ded8cdcb5bd7" providerId="AD" clId="Web-{392E2EA3-E479-FC34-5F2E-62AA8E1E3E17}" dt="2026-03-12T17:52:18.045" v="7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Terry Moorehead" userId="S::tmoorehead@meevo.com::a2a6df63-b8e3-4cea-aa6c-ded8cdcb5bd7" providerId="AD" clId="Web-{392E2EA3-E479-FC34-5F2E-62AA8E1E3E17}" dt="2026-03-12T17:52:22.249" v="9" actId="2057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Terry Moorehead" userId="S::tmoorehead@meevo.com::a2a6df63-b8e3-4cea-aa6c-ded8cdcb5bd7" providerId="AD" clId="Web-{392E2EA3-E479-FC34-5F2E-62AA8E1E3E17}" dt="2026-03-12T17:52:05.701" v="1" actId="20577"/>
          <ac:spMkLst>
            <pc:docMk/>
            <pc:sldMk cId="0" sldId="258"/>
            <ac:spMk id="20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392E2EA3-E479-FC34-5F2E-62AA8E1E3E17}" dt="2026-03-12T17:52:45.467" v="10" actId="20577"/>
        <pc:sldMkLst>
          <pc:docMk/>
          <pc:sldMk cId="0" sldId="261"/>
        </pc:sldMkLst>
        <pc:spChg chg="mod">
          <ac:chgData name="Terry Moorehead" userId="S::tmoorehead@meevo.com::a2a6df63-b8e3-4cea-aa6c-ded8cdcb5bd7" providerId="AD" clId="Web-{392E2EA3-E479-FC34-5F2E-62AA8E1E3E17}" dt="2026-03-12T17:52:45.467" v="10" actId="20577"/>
          <ac:spMkLst>
            <pc:docMk/>
            <pc:sldMk cId="0" sldId="261"/>
            <ac:spMk id="8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392E2EA3-E479-FC34-5F2E-62AA8E1E3E17}" dt="2026-03-12T17:53:02.671" v="11" actId="20577"/>
        <pc:sldMkLst>
          <pc:docMk/>
          <pc:sldMk cId="0" sldId="262"/>
        </pc:sldMkLst>
        <pc:spChg chg="mod">
          <ac:chgData name="Terry Moorehead" userId="S::tmoorehead@meevo.com::a2a6df63-b8e3-4cea-aa6c-ded8cdcb5bd7" providerId="AD" clId="Web-{392E2EA3-E479-FC34-5F2E-62AA8E1E3E17}" dt="2026-03-12T17:53:02.671" v="11" actId="20577"/>
          <ac:spMkLst>
            <pc:docMk/>
            <pc:sldMk cId="0" sldId="262"/>
            <ac:spMk id="19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392E2EA3-E479-FC34-5F2E-62AA8E1E3E17}" dt="2026-03-12T17:53:36.186" v="16" actId="20577"/>
        <pc:sldMkLst>
          <pc:docMk/>
          <pc:sldMk cId="0" sldId="264"/>
        </pc:sldMkLst>
        <pc:spChg chg="mod">
          <ac:chgData name="Terry Moorehead" userId="S::tmoorehead@meevo.com::a2a6df63-b8e3-4cea-aa6c-ded8cdcb5bd7" providerId="AD" clId="Web-{392E2EA3-E479-FC34-5F2E-62AA8E1E3E17}" dt="2026-03-12T17:53:23.655" v="12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Terry Moorehead" userId="S::tmoorehead@meevo.com::a2a6df63-b8e3-4cea-aa6c-ded8cdcb5bd7" providerId="AD" clId="Web-{392E2EA3-E479-FC34-5F2E-62AA8E1E3E17}" dt="2026-03-12T17:53:32.233" v="15" actId="2057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Terry Moorehead" userId="S::tmoorehead@meevo.com::a2a6df63-b8e3-4cea-aa6c-ded8cdcb5bd7" providerId="AD" clId="Web-{392E2EA3-E479-FC34-5F2E-62AA8E1E3E17}" dt="2026-03-12T17:53:27.936" v="14" actId="2057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Terry Moorehead" userId="S::tmoorehead@meevo.com::a2a6df63-b8e3-4cea-aa6c-ded8cdcb5bd7" providerId="AD" clId="Web-{392E2EA3-E479-FC34-5F2E-62AA8E1E3E17}" dt="2026-03-12T17:53:36.186" v="16" actId="20577"/>
          <ac:spMkLst>
            <pc:docMk/>
            <pc:sldMk cId="0" sldId="264"/>
            <ac:spMk id="18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392E2EA3-E479-FC34-5F2E-62AA8E1E3E17}" dt="2026-03-12T17:54:13.124" v="20" actId="20577"/>
        <pc:sldMkLst>
          <pc:docMk/>
          <pc:sldMk cId="0" sldId="265"/>
        </pc:sldMkLst>
        <pc:spChg chg="mod">
          <ac:chgData name="Terry Moorehead" userId="S::tmoorehead@meevo.com::a2a6df63-b8e3-4cea-aa6c-ded8cdcb5bd7" providerId="AD" clId="Web-{392E2EA3-E479-FC34-5F2E-62AA8E1E3E17}" dt="2026-03-12T17:53:45.280" v="17" actId="20577"/>
          <ac:spMkLst>
            <pc:docMk/>
            <pc:sldMk cId="0" sldId="265"/>
            <ac:spMk id="9" creationId="{00000000-0000-0000-0000-000000000000}"/>
          </ac:spMkLst>
        </pc:spChg>
        <pc:spChg chg="mod">
          <ac:chgData name="Terry Moorehead" userId="S::tmoorehead@meevo.com::a2a6df63-b8e3-4cea-aa6c-ded8cdcb5bd7" providerId="AD" clId="Web-{392E2EA3-E479-FC34-5F2E-62AA8E1E3E17}" dt="2026-03-12T17:53:49.889" v="18" actId="2057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Terry Moorehead" userId="S::tmoorehead@meevo.com::a2a6df63-b8e3-4cea-aa6c-ded8cdcb5bd7" providerId="AD" clId="Web-{392E2EA3-E479-FC34-5F2E-62AA8E1E3E17}" dt="2026-03-12T17:54:09.186" v="19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Terry Moorehead" userId="S::tmoorehead@meevo.com::a2a6df63-b8e3-4cea-aa6c-ded8cdcb5bd7" providerId="AD" clId="Web-{392E2EA3-E479-FC34-5F2E-62AA8E1E3E17}" dt="2026-03-12T17:54:13.124" v="20" actId="20577"/>
          <ac:spMkLst>
            <pc:docMk/>
            <pc:sldMk cId="0" sldId="265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0C4C6-BBBB-44AA-ACC0-B0B957E0A749}" type="datetimeFigureOut"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63941-347E-4426-9854-D778271CA5A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4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6459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91440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 Email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 &gt;  Value  &gt;  CTA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Meevo Sales Enablement  |  AE + SDR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Session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4864" cy="77724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Cold Emails Fail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54480" y="1572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that kill open &amp; reply rates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103120"/>
            <a:ext cx="54864" cy="77724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2860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148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Trigger &gt; Value &gt; CTA Framework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554480" y="24871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3-part structure for every email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0175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3017520"/>
            <a:ext cx="54864" cy="77724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2004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Writing Workshop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554480" y="34015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emails using the framework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931920"/>
            <a:ext cx="54864" cy="77724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1148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3977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 Lines &amp; Metrics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554480" y="43159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measure and how to iterate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Most Cold Emails Get Deleted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1645920"/>
          </a:xfrm>
          <a:prstGeom prst="rect">
            <a:avLst/>
          </a:prstGeom>
          <a:solidFill>
            <a:srgbClr val="F9616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cold emails are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or deleted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21615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2336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About You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/>
                <a:ea typeface="Calibri"/>
                <a:cs typeface="Calibri"/>
              </a:rPr>
              <a:t>"I wanted to reach out..." — prospect doesn't care about you yet</a:t>
            </a: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81051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2336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Relevance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943600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/>
                <a:ea typeface="Calibri"/>
                <a:cs typeface="Calibri"/>
              </a:rPr>
              <a:t>Generic templates that could go to anyone in any industry</a:t>
            </a: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404872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2336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Wall of Text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943600" y="2331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/>
                <a:ea typeface="Calibri"/>
                <a:cs typeface="Calibri"/>
              </a:rPr>
              <a:t>More than 5 sentences kills your chances instantly</a:t>
            </a: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999232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02336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 / No CTA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94360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/>
                <a:ea typeface="Calibri"/>
                <a:cs typeface="Calibri"/>
              </a:rPr>
              <a:t>"Let me know if you're interested" is not a call to action</a:t>
            </a:r>
          </a:p>
        </p:txBody>
      </p:sp>
      <p:sp>
        <p:nvSpPr>
          <p:cNvPr id="18" name="Shape 12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9" name="Text 13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email has 3 seconds to earn attention. Every word must work.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Calibri"/>
                <a:ea typeface="Calibri"/>
                <a:cs typeface="Calibri"/>
              </a:rPr>
              <a:t>Discussion: What cold emails have grabbed YOUR attention recently? Why?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3-Part Framework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great cold email follows this structure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2651760"/>
          </a:xfrm>
          <a:prstGeom prst="rect">
            <a:avLst/>
          </a:prstGeom>
          <a:solidFill>
            <a:srgbClr val="3A4A8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256032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6916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specific, relevant reason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reaching out NOW.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you did your homework.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0" y="1463040"/>
            <a:ext cx="2560320" cy="2651760"/>
          </a:xfrm>
          <a:prstGeom prst="rect">
            <a:avLst/>
          </a:prstGeom>
          <a:solidFill>
            <a:srgbClr val="3A4A8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463040"/>
            <a:ext cx="2560320" cy="73152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169164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5760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it for them?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their pain to your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in 1-2 sentences.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2560320" cy="2651760"/>
          </a:xfrm>
          <a:prstGeom prst="rect">
            <a:avLst/>
          </a:prstGeom>
          <a:solidFill>
            <a:srgbClr val="3A4A8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463040"/>
            <a:ext cx="2560320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8" name="Shape 16"/>
          <p:cNvSpPr/>
          <p:nvPr/>
        </p:nvSpPr>
        <p:spPr>
          <a:xfrm>
            <a:off x="7269480" y="1691640"/>
            <a:ext cx="640080" cy="64008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9224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clear, low-friction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step. Make saying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easy.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175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8521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1: The Trigger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you emailing THIS person at THIS moment?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25272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 Event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252728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"Congrats on opening your 3rd location — scaling a salon brand is no small feat."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02996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Trend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2029968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 the new tipping regulations hitting beauty businesses this quarter..."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80720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 Signal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2807208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noticed your Yelp reviews mention long wait times — that's a scheduling gap."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58444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Trigger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3584448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"Saw you're still on [Competitor] — a few owners in [City] recently switched."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348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2 minutes on LinkedIn + Google before every email. Personalized triggers 3x your reply rate.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2: The Value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their problem to your solution — in their language, not yours.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94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379476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 — Feature Dump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latin typeface="Calibri"/>
                <a:ea typeface="Calibri"/>
                <a:cs typeface="Calibri"/>
              </a:rPr>
              <a:t>"Meevo is an all-in-one salon software with booking, POS, marketing, memberships, reporting, payroll integration, and more."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about YOU, not the prospect.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794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71600"/>
            <a:ext cx="3794760" cy="4572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3716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— Pain-to-Value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"Owners like [Name] at [Similar Salon] cut no-shows by 35% and added $4K/month in memberships within 90 days of switching."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37760" y="3017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Specific. Outcome-driven. Relatable.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[Similar person]  +  [specific outcome]  +  [timeframe]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3: The CTA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question. Low commitment. Easy to say yes.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54864" cy="6400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 Time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417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"Would Thursday at 2 PM work for a 15-minute look?"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48840"/>
            <a:ext cx="54864" cy="6400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Binary Choice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"Worth a quick call this week, or should I just send a 2-min video walkthrough?"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926080"/>
            <a:ext cx="54864" cy="6400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Permission-Based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2971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"Mind if I send over a short case study from a salon like yours?"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Use: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1605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Calibri"/>
                <a:ea typeface="Calibri"/>
                <a:cs typeface="Calibri"/>
              </a:rPr>
              <a:t>"Let me know if you're interested"  |  "Feel free to reach out"  |  "I'd love to connect sometime"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Putting It All Together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51206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914400"/>
            <a:ext cx="5120640" cy="4114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32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Quick question about your 3rd location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Sarah,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Congrats on opening your Buckhead location — growing to 3 salons is a big milestone.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multi-location owners I work with (like Luxe Hair Studio in Midtown) struggled to get consistent reporting across locations until they centralized on Meevo. Within 90 days they had real-time dashboards and cut scheduling gaps by 40%.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15-minute look at how they set it up be useful? I have Thursday at 2 PM open.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783080"/>
            <a:ext cx="2560320" cy="777240"/>
          </a:xfrm>
          <a:prstGeom prst="rect">
            <a:avLst/>
          </a:prstGeom>
          <a:solidFill>
            <a:srgbClr val="3A4A8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0" y="1783080"/>
            <a:ext cx="54864" cy="777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2075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2606040"/>
            <a:ext cx="2560320" cy="777240"/>
          </a:xfrm>
          <a:prstGeom prst="rect">
            <a:avLst/>
          </a:prstGeom>
          <a:solidFill>
            <a:srgbClr val="3A4A8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2606040"/>
            <a:ext cx="54864" cy="7772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624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898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metric.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Timeframe.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3429000"/>
            <a:ext cx="2560320" cy="777240"/>
          </a:xfrm>
          <a:prstGeom prst="rect">
            <a:avLst/>
          </a:prstGeom>
          <a:solidFill>
            <a:srgbClr val="3A4A8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429000"/>
            <a:ext cx="54864" cy="777240"/>
          </a:xfrm>
          <a:prstGeom prst="rect">
            <a:avLst/>
          </a:prstGeom>
          <a:solidFill>
            <a:srgbClr val="0A9B8E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447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9B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721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time.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yes.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 Lines That Get Opened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94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It Short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71600" y="1600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4-7 words max.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Mobile preview cuts at ~35 characters.</a:t>
            </a:r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794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258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 Specific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486400" y="1600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Reference their name, company,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or a real detail.</a:t>
            </a:r>
          </a:p>
        </p:txBody>
      </p:sp>
      <p:sp>
        <p:nvSpPr>
          <p:cNvPr id="11" name="Shape 7"/>
          <p:cNvSpPr/>
          <p:nvPr/>
        </p:nvSpPr>
        <p:spPr>
          <a:xfrm>
            <a:off x="640080" y="2514600"/>
            <a:ext cx="3794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7432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Spark Curiosity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71600" y="3017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Ask a question or hint at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a result — don't give it all away.</a:t>
            </a:r>
          </a:p>
        </p:txBody>
      </p:sp>
      <p:sp>
        <p:nvSpPr>
          <p:cNvPr id="15" name="Shape 10"/>
          <p:cNvSpPr/>
          <p:nvPr/>
        </p:nvSpPr>
        <p:spPr>
          <a:xfrm>
            <a:off x="4754880" y="2514600"/>
            <a:ext cx="3794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7432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 Spam Words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486400" y="3017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Skip "free," "limited time,"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"guaranteed" — they trigger filters.</a:t>
            </a:r>
          </a:p>
        </p:txBody>
      </p:sp>
      <p:sp>
        <p:nvSpPr>
          <p:cNvPr id="19" name="Shape 13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0" name="Text 14"/>
          <p:cNvSpPr/>
          <p:nvPr/>
        </p:nvSpPr>
        <p:spPr>
          <a:xfrm>
            <a:off x="868680" y="40233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Examples:  </a:t>
            </a: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"Quick question about [Location]"  |  "[Name], saw your expansion"  |  "Scheduling idea for [Salon Name]"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Workshop: Write Your Own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real prospect from your pipeline and write a cold email using the framework.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1810512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30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(3 min)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2057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/>
                <a:ea typeface="Calibri"/>
                <a:cs typeface="Calibri"/>
              </a:rPr>
              <a:t>LinkedIn + Google your prospect. Find one trigger event.</a:t>
            </a:r>
          </a:p>
        </p:txBody>
      </p:sp>
      <p:sp>
        <p:nvSpPr>
          <p:cNvPr id="10" name="Shape 7"/>
          <p:cNvSpPr/>
          <p:nvPr/>
        </p:nvSpPr>
        <p:spPr>
          <a:xfrm>
            <a:off x="822960" y="2542032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63040" y="2487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Draft (5 min)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63040" y="2788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/>
                <a:ea typeface="Calibri"/>
                <a:cs typeface="Calibri"/>
              </a:rPr>
              <a:t>Write your email: Trigger &gt; Value &gt; CTA. Keep it under 5 sentences.</a:t>
            </a:r>
          </a:p>
        </p:txBody>
      </p:sp>
      <p:sp>
        <p:nvSpPr>
          <p:cNvPr id="14" name="Shape 11"/>
          <p:cNvSpPr/>
          <p:nvPr/>
        </p:nvSpPr>
        <p:spPr>
          <a:xfrm>
            <a:off x="822960" y="3273552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46304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 Review (4 min)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63040" y="3520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/>
                <a:ea typeface="Calibri"/>
                <a:cs typeface="Calibri"/>
              </a:rPr>
              <a:t>Swap with a partner. Ask: Would you reply to this? Why or why not?</a:t>
            </a:r>
          </a:p>
        </p:txBody>
      </p:sp>
      <p:sp>
        <p:nvSpPr>
          <p:cNvPr id="18" name="Shape 15"/>
          <p:cNvSpPr/>
          <p:nvPr/>
        </p:nvSpPr>
        <p:spPr>
          <a:xfrm>
            <a:off x="822960" y="4005072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463040" y="3950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 &amp; Share (3 min)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6304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/>
                <a:ea typeface="Calibri"/>
                <a:cs typeface="Calibri"/>
              </a:rPr>
              <a:t>Tighten based on feedback. Volunteer to share with the group.</a:t>
            </a:r>
          </a:p>
        </p:txBody>
      </p:sp>
      <p:sp>
        <p:nvSpPr>
          <p:cNvPr id="22" name="Shape 19"/>
          <p:cNvSpPr/>
          <p:nvPr/>
        </p:nvSpPr>
        <p:spPr>
          <a:xfrm>
            <a:off x="640080" y="4572000"/>
            <a:ext cx="7863840" cy="36576"/>
          </a:xfrm>
          <a:prstGeom prst="rect">
            <a:avLst/>
          </a:prstGeom>
          <a:solidFill>
            <a:srgbClr val="F9616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124712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179576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0515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cold email needs a Trigger, Value, and CTA — in that order.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1856232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911096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is the unfair advantage. 2 minutes of prep changes everything.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22960" y="2587752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64261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5146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for THEM, not about YOU. Lead with their pain, not your features.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22960" y="3319272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374136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32461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under 5 sentences. Shorter emails get more replies.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822960" y="4050792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105656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17320" y="3977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CTA should be one specific, low-commitment question.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0"/>
            <a:ext cx="6400800" cy="514350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0" y="21031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Go Send</a:t>
            </a:r>
            <a:endParaRPr lang="en-US" sz="3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Something Great.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2286000" y="3566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 &gt;  Value  &gt;  CTA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28600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Sales Enablement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Cold Email Frameworks: Trigger &gt; Value &gt; CTA</dc:title>
  <dc:subject>PptxGenJS Presentation</dc:subject>
  <dc:creator>Meevo Sales Enablement</dc:creator>
  <cp:lastModifiedBy>Meevo Sales Enablement</cp:lastModifiedBy>
  <cp:revision>13</cp:revision>
  <dcterms:created xsi:type="dcterms:W3CDTF">2026-03-12T17:14:07Z</dcterms:created>
  <dcterms:modified xsi:type="dcterms:W3CDTF">2026-03-12T17:54:15Z</dcterms:modified>
</cp:coreProperties>
</file>