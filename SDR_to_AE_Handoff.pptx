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8BA94-F7B0-713E-663F-15E5E488D0F5}" v="29" dt="2026-03-10T20:22:12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y Moorehead" userId="S::tmoorehead@meevo.com::a2a6df63-b8e3-4cea-aa6c-ded8cdcb5bd7" providerId="AD" clId="Web-{0848BA94-F7B0-713E-663F-15E5E488D0F5}"/>
    <pc:docChg chg="modSld">
      <pc:chgData name="Terry Moorehead" userId="S::tmoorehead@meevo.com::a2a6df63-b8e3-4cea-aa6c-ded8cdcb5bd7" providerId="AD" clId="Web-{0848BA94-F7B0-713E-663F-15E5E488D0F5}" dt="2026-03-10T20:22:12.391" v="28" actId="1076"/>
      <pc:docMkLst>
        <pc:docMk/>
      </pc:docMkLst>
      <pc:sldChg chg="delSp modSp">
        <pc:chgData name="Terry Moorehead" userId="S::tmoorehead@meevo.com::a2a6df63-b8e3-4cea-aa6c-ded8cdcb5bd7" providerId="AD" clId="Web-{0848BA94-F7B0-713E-663F-15E5E488D0F5}" dt="2026-03-10T20:18:15.451" v="2"/>
        <pc:sldMkLst>
          <pc:docMk/>
          <pc:sldMk cId="0" sldId="256"/>
        </pc:sldMkLst>
        <pc:spChg chg="del mod">
          <ac:chgData name="Terry Moorehead" userId="S::tmoorehead@meevo.com::a2a6df63-b8e3-4cea-aa6c-ded8cdcb5bd7" providerId="AD" clId="Web-{0848BA94-F7B0-713E-663F-15E5E488D0F5}" dt="2026-03-10T20:18:15.451" v="2"/>
          <ac:spMkLst>
            <pc:docMk/>
            <pc:sldMk cId="0" sldId="256"/>
            <ac:spMk id="12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0848BA94-F7B0-713E-663F-15E5E488D0F5}" dt="2026-03-10T20:18:47.358" v="4" actId="20577"/>
        <pc:sldMkLst>
          <pc:docMk/>
          <pc:sldMk cId="0" sldId="257"/>
        </pc:sldMkLst>
        <pc:spChg chg="mod">
          <ac:chgData name="Terry Moorehead" userId="S::tmoorehead@meevo.com::a2a6df63-b8e3-4cea-aa6c-ded8cdcb5bd7" providerId="AD" clId="Web-{0848BA94-F7B0-713E-663F-15E5E488D0F5}" dt="2026-03-10T20:18:47.358" v="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0848BA94-F7B0-713E-663F-15E5E488D0F5}" dt="2026-03-10T20:19:04.764" v="7" actId="14100"/>
        <pc:sldMkLst>
          <pc:docMk/>
          <pc:sldMk cId="0" sldId="258"/>
        </pc:sldMkLst>
        <pc:spChg chg="mod">
          <ac:chgData name="Terry Moorehead" userId="S::tmoorehead@meevo.com::a2a6df63-b8e3-4cea-aa6c-ded8cdcb5bd7" providerId="AD" clId="Web-{0848BA94-F7B0-713E-663F-15E5E488D0F5}" dt="2026-03-10T20:19:04.764" v="7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0848BA94-F7B0-713E-663F-15E5E488D0F5}" dt="2026-03-10T20:18:38.186" v="3" actId="1076"/>
          <ac:spMkLst>
            <pc:docMk/>
            <pc:sldMk cId="0" sldId="258"/>
            <ac:spMk id="12" creationId="{00000000-0000-0000-0000-000000000000}"/>
          </ac:spMkLst>
        </pc:spChg>
      </pc:sldChg>
      <pc:sldChg chg="delSp modSp">
        <pc:chgData name="Terry Moorehead" userId="S::tmoorehead@meevo.com::a2a6df63-b8e3-4cea-aa6c-ded8cdcb5bd7" providerId="AD" clId="Web-{0848BA94-F7B0-713E-663F-15E5E488D0F5}" dt="2026-03-10T20:20:10.749" v="12" actId="20577"/>
        <pc:sldMkLst>
          <pc:docMk/>
          <pc:sldMk cId="0" sldId="260"/>
        </pc:sldMkLst>
        <pc:spChg chg="mod">
          <ac:chgData name="Terry Moorehead" userId="S::tmoorehead@meevo.com::a2a6df63-b8e3-4cea-aa6c-ded8cdcb5bd7" providerId="AD" clId="Web-{0848BA94-F7B0-713E-663F-15E5E488D0F5}" dt="2026-03-10T20:20:10.749" v="12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Terry Moorehead" userId="S::tmoorehead@meevo.com::a2a6df63-b8e3-4cea-aa6c-ded8cdcb5bd7" providerId="AD" clId="Web-{0848BA94-F7B0-713E-663F-15E5E488D0F5}" dt="2026-03-10T20:20:02.937" v="11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Terry Moorehead" userId="S::tmoorehead@meevo.com::a2a6df63-b8e3-4cea-aa6c-ded8cdcb5bd7" providerId="AD" clId="Web-{0848BA94-F7B0-713E-663F-15E5E488D0F5}" dt="2026-03-10T20:19:31.530" v="8" actId="1076"/>
          <ac:spMkLst>
            <pc:docMk/>
            <pc:sldMk cId="0" sldId="260"/>
            <ac:spMk id="7" creationId="{00000000-0000-0000-0000-000000000000}"/>
          </ac:spMkLst>
        </pc:spChg>
        <pc:spChg chg="del">
          <ac:chgData name="Terry Moorehead" userId="S::tmoorehead@meevo.com::a2a6df63-b8e3-4cea-aa6c-ded8cdcb5bd7" providerId="AD" clId="Web-{0848BA94-F7B0-713E-663F-15E5E488D0F5}" dt="2026-03-10T20:19:35.796" v="9"/>
          <ac:spMkLst>
            <pc:docMk/>
            <pc:sldMk cId="0" sldId="260"/>
            <ac:spMk id="9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0848BA94-F7B0-713E-663F-15E5E488D0F5}" dt="2026-03-10T20:20:26.953" v="13" actId="20577"/>
        <pc:sldMkLst>
          <pc:docMk/>
          <pc:sldMk cId="0" sldId="261"/>
        </pc:sldMkLst>
        <pc:spChg chg="mod">
          <ac:chgData name="Terry Moorehead" userId="S::tmoorehead@meevo.com::a2a6df63-b8e3-4cea-aa6c-ded8cdcb5bd7" providerId="AD" clId="Web-{0848BA94-F7B0-713E-663F-15E5E488D0F5}" dt="2026-03-10T20:20:26.953" v="13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0848BA94-F7B0-713E-663F-15E5E488D0F5}" dt="2026-03-10T20:21:02.485" v="16" actId="20577"/>
        <pc:sldMkLst>
          <pc:docMk/>
          <pc:sldMk cId="0" sldId="262"/>
        </pc:sldMkLst>
        <pc:spChg chg="mod">
          <ac:chgData name="Terry Moorehead" userId="S::tmoorehead@meevo.com::a2a6df63-b8e3-4cea-aa6c-ded8cdcb5bd7" providerId="AD" clId="Web-{0848BA94-F7B0-713E-663F-15E5E488D0F5}" dt="2026-03-10T20:21:02.485" v="16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0848BA94-F7B0-713E-663F-15E5E488D0F5}" dt="2026-03-10T20:20:48.109" v="14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Terry Moorehead" userId="S::tmoorehead@meevo.com::a2a6df63-b8e3-4cea-aa6c-ded8cdcb5bd7" providerId="AD" clId="Web-{0848BA94-F7B0-713E-663F-15E5E488D0F5}" dt="2026-03-10T20:20:55.891" v="15" actId="1076"/>
          <ac:spMkLst>
            <pc:docMk/>
            <pc:sldMk cId="0" sldId="262"/>
            <ac:spMk id="15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0848BA94-F7B0-713E-663F-15E5E488D0F5}" dt="2026-03-10T20:21:20.016" v="18" actId="1076"/>
        <pc:sldMkLst>
          <pc:docMk/>
          <pc:sldMk cId="0" sldId="263"/>
        </pc:sldMkLst>
        <pc:spChg chg="mod">
          <ac:chgData name="Terry Moorehead" userId="S::tmoorehead@meevo.com::a2a6df63-b8e3-4cea-aa6c-ded8cdcb5bd7" providerId="AD" clId="Web-{0848BA94-F7B0-713E-663F-15E5E488D0F5}" dt="2026-03-10T20:21:15.469" v="17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Terry Moorehead" userId="S::tmoorehead@meevo.com::a2a6df63-b8e3-4cea-aa6c-ded8cdcb5bd7" providerId="AD" clId="Web-{0848BA94-F7B0-713E-663F-15E5E488D0F5}" dt="2026-03-10T20:21:20.016" v="18" actId="1076"/>
          <ac:spMkLst>
            <pc:docMk/>
            <pc:sldMk cId="0" sldId="263"/>
            <ac:spMk id="15" creationId="{00000000-0000-0000-0000-000000000000}"/>
          </ac:spMkLst>
        </pc:spChg>
      </pc:sldChg>
      <pc:sldChg chg="delSp modSp">
        <pc:chgData name="Terry Moorehead" userId="S::tmoorehead@meevo.com::a2a6df63-b8e3-4cea-aa6c-ded8cdcb5bd7" providerId="AD" clId="Web-{0848BA94-F7B0-713E-663F-15E5E488D0F5}" dt="2026-03-10T20:21:55.766" v="26"/>
        <pc:sldMkLst>
          <pc:docMk/>
          <pc:sldMk cId="0" sldId="264"/>
        </pc:sldMkLst>
        <pc:spChg chg="mod">
          <ac:chgData name="Terry Moorehead" userId="S::tmoorehead@meevo.com::a2a6df63-b8e3-4cea-aa6c-ded8cdcb5bd7" providerId="AD" clId="Web-{0848BA94-F7B0-713E-663F-15E5E488D0F5}" dt="2026-03-10T20:21:27.250" v="19" actId="1076"/>
          <ac:spMkLst>
            <pc:docMk/>
            <pc:sldMk cId="0" sldId="264"/>
            <ac:spMk id="9" creationId="{00000000-0000-0000-0000-000000000000}"/>
          </ac:spMkLst>
        </pc:spChg>
        <pc:spChg chg="del">
          <ac:chgData name="Terry Moorehead" userId="S::tmoorehead@meevo.com::a2a6df63-b8e3-4cea-aa6c-ded8cdcb5bd7" providerId="AD" clId="Web-{0848BA94-F7B0-713E-663F-15E5E488D0F5}" dt="2026-03-10T20:21:33.672" v="20"/>
          <ac:spMkLst>
            <pc:docMk/>
            <pc:sldMk cId="0" sldId="264"/>
            <ac:spMk id="16" creationId="{00000000-0000-0000-0000-000000000000}"/>
          </ac:spMkLst>
        </pc:spChg>
        <pc:spChg chg="del">
          <ac:chgData name="Terry Moorehead" userId="S::tmoorehead@meevo.com::a2a6df63-b8e3-4cea-aa6c-ded8cdcb5bd7" providerId="AD" clId="Web-{0848BA94-F7B0-713E-663F-15E5E488D0F5}" dt="2026-03-10T20:21:37.375" v="21"/>
          <ac:spMkLst>
            <pc:docMk/>
            <pc:sldMk cId="0" sldId="264"/>
            <ac:spMk id="20" creationId="{00000000-0000-0000-0000-000000000000}"/>
          </ac:spMkLst>
        </pc:spChg>
        <pc:spChg chg="del">
          <ac:chgData name="Terry Moorehead" userId="S::tmoorehead@meevo.com::a2a6df63-b8e3-4cea-aa6c-ded8cdcb5bd7" providerId="AD" clId="Web-{0848BA94-F7B0-713E-663F-15E5E488D0F5}" dt="2026-03-10T20:21:39.782" v="22"/>
          <ac:spMkLst>
            <pc:docMk/>
            <pc:sldMk cId="0" sldId="264"/>
            <ac:spMk id="24" creationId="{00000000-0000-0000-0000-000000000000}"/>
          </ac:spMkLst>
        </pc:spChg>
        <pc:spChg chg="del">
          <ac:chgData name="Terry Moorehead" userId="S::tmoorehead@meevo.com::a2a6df63-b8e3-4cea-aa6c-ded8cdcb5bd7" providerId="AD" clId="Web-{0848BA94-F7B0-713E-663F-15E5E488D0F5}" dt="2026-03-10T20:21:41.516" v="23"/>
          <ac:spMkLst>
            <pc:docMk/>
            <pc:sldMk cId="0" sldId="264"/>
            <ac:spMk id="28" creationId="{00000000-0000-0000-0000-000000000000}"/>
          </ac:spMkLst>
        </pc:spChg>
        <pc:spChg chg="del">
          <ac:chgData name="Terry Moorehead" userId="S::tmoorehead@meevo.com::a2a6df63-b8e3-4cea-aa6c-ded8cdcb5bd7" providerId="AD" clId="Web-{0848BA94-F7B0-713E-663F-15E5E488D0F5}" dt="2026-03-10T20:21:46.469" v="24"/>
          <ac:spMkLst>
            <pc:docMk/>
            <pc:sldMk cId="0" sldId="264"/>
            <ac:spMk id="32" creationId="{00000000-0000-0000-0000-000000000000}"/>
          </ac:spMkLst>
        </pc:spChg>
        <pc:spChg chg="del">
          <ac:chgData name="Terry Moorehead" userId="S::tmoorehead@meevo.com::a2a6df63-b8e3-4cea-aa6c-ded8cdcb5bd7" providerId="AD" clId="Web-{0848BA94-F7B0-713E-663F-15E5E488D0F5}" dt="2026-03-10T20:21:55.766" v="26"/>
          <ac:spMkLst>
            <pc:docMk/>
            <pc:sldMk cId="0" sldId="264"/>
            <ac:spMk id="36" creationId="{00000000-0000-0000-0000-000000000000}"/>
          </ac:spMkLst>
        </pc:spChg>
        <pc:spChg chg="mod">
          <ac:chgData name="Terry Moorehead" userId="S::tmoorehead@meevo.com::a2a6df63-b8e3-4cea-aa6c-ded8cdcb5bd7" providerId="AD" clId="Web-{0848BA94-F7B0-713E-663F-15E5E488D0F5}" dt="2026-03-10T20:21:53.266" v="25" actId="1076"/>
          <ac:spMkLst>
            <pc:docMk/>
            <pc:sldMk cId="0" sldId="264"/>
            <ac:spMk id="37" creationId="{00000000-0000-0000-0000-000000000000}"/>
          </ac:spMkLst>
        </pc:spChg>
      </pc:sldChg>
      <pc:sldChg chg="delSp modSp">
        <pc:chgData name="Terry Moorehead" userId="S::tmoorehead@meevo.com::a2a6df63-b8e3-4cea-aa6c-ded8cdcb5bd7" providerId="AD" clId="Web-{0848BA94-F7B0-713E-663F-15E5E488D0F5}" dt="2026-03-10T20:22:12.391" v="28" actId="1076"/>
        <pc:sldMkLst>
          <pc:docMk/>
          <pc:sldMk cId="0" sldId="265"/>
        </pc:sldMkLst>
        <pc:spChg chg="del">
          <ac:chgData name="Terry Moorehead" userId="S::tmoorehead@meevo.com::a2a6df63-b8e3-4cea-aa6c-ded8cdcb5bd7" providerId="AD" clId="Web-{0848BA94-F7B0-713E-663F-15E5E488D0F5}" dt="2026-03-10T20:22:07.391" v="2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Terry Moorehead" userId="S::tmoorehead@meevo.com::a2a6df63-b8e3-4cea-aa6c-ded8cdcb5bd7" providerId="AD" clId="Web-{0848BA94-F7B0-713E-663F-15E5E488D0F5}" dt="2026-03-10T20:22:12.391" v="28" actId="1076"/>
          <ac:spMkLst>
            <pc:docMk/>
            <pc:sldMk cId="0" sldId="265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9229BD-70EF-4A33-870D-2EE13B982E4B}" type="datetimeFigureOut"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51FE21-1FFD-4E8C-9390-03DF4EDDD9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04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365760"/>
            <a:ext cx="1188720" cy="1188720"/>
          </a:xfrm>
          <a:prstGeom prst="ellipse">
            <a:avLst/>
          </a:prstGeom>
          <a:solidFill>
            <a:srgbClr val="2A3A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594360"/>
            <a:ext cx="685800" cy="685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916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SDR-to-AE Handoff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731520" y="2331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300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Demos Up for Success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Process, the Intel, and the Partnership That Turns Booked Meetings Into Closed Deals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188720" y="3383280"/>
            <a:ext cx="6766560" cy="502920"/>
          </a:xfrm>
          <a:prstGeom prst="rect">
            <a:avLst/>
          </a:prstGeom>
          <a:solidFill>
            <a:srgbClr val="2A3A4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371600" y="3383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Criteria  •  Handoff Template  •  Confirmation Flow  •  No-Show Prevention  •  SDR + AE Partnership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1520" y="44348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Why the Handoff Is the Most Underrated Skill</a:t>
            </a:r>
            <a:endParaRPr lang="en-US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1E2A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SDR books the meeting. A great handoff wins the deal. The quality of intel you pass to your AE directly determines whether that demo converts or dies.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11480" y="155448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11480" y="1554480"/>
            <a:ext cx="1920240" cy="54864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10" name="Text 6"/>
          <p:cNvSpPr/>
          <p:nvPr/>
        </p:nvSpPr>
        <p:spPr>
          <a:xfrm>
            <a:off x="41148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411480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demos fail because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 didn’t have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context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560320" y="155448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60320" y="1554480"/>
            <a:ext cx="1920240" cy="54864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4" name="Text 10"/>
          <p:cNvSpPr/>
          <p:nvPr/>
        </p:nvSpPr>
        <p:spPr>
          <a:xfrm>
            <a:off x="256032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A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2x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2560320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close rate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handoff includes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+ trigger + DM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09160" y="155448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09160" y="1554480"/>
            <a:ext cx="1920240" cy="54864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8" name="Text 14"/>
          <p:cNvSpPr/>
          <p:nvPr/>
        </p:nvSpPr>
        <p:spPr>
          <a:xfrm>
            <a:off x="470916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4709160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no-shows happen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confirmation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is weak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858000" y="1554480"/>
            <a:ext cx="19202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858000" y="1554480"/>
            <a:ext cx="1920240" cy="54864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6B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3200" dirty="0"/>
          </a:p>
        </p:txBody>
      </p:sp>
      <p:sp>
        <p:nvSpPr>
          <p:cNvPr id="23" name="Text 19"/>
          <p:cNvSpPr/>
          <p:nvPr/>
        </p:nvSpPr>
        <p:spPr>
          <a:xfrm>
            <a:off x="6858000" y="2194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AEs cite for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deals: “poor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qualification”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57200" y="3108960"/>
            <a:ext cx="32004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3108960"/>
            <a:ext cx="54864" cy="38404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26" name="Text 22"/>
          <p:cNvSpPr/>
          <p:nvPr/>
        </p:nvSpPr>
        <p:spPr>
          <a:xfrm>
            <a:off x="594360" y="31089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the meeting and move on</a:t>
            </a:r>
            <a:endParaRPr lang="en-US" sz="8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200400"/>
            <a:ext cx="146304" cy="14630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4114800" y="3108960"/>
            <a:ext cx="4572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114800" y="3108960"/>
            <a:ext cx="54864" cy="3840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0" name="Text 25"/>
          <p:cNvSpPr/>
          <p:nvPr/>
        </p:nvSpPr>
        <p:spPr>
          <a:xfrm>
            <a:off x="4251960" y="3108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it, brief it, confirm it, and follow through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457200" y="3611880"/>
            <a:ext cx="32004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57200" y="3611880"/>
            <a:ext cx="54864" cy="38404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3" name="Text 28"/>
          <p:cNvSpPr/>
          <p:nvPr/>
        </p:nvSpPr>
        <p:spPr>
          <a:xfrm>
            <a:off x="594360" y="36118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name and phone number</a:t>
            </a:r>
            <a:endParaRPr lang="en-US" sz="85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703320"/>
            <a:ext cx="146304" cy="146304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114800" y="3611880"/>
            <a:ext cx="4572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114800" y="3611880"/>
            <a:ext cx="54864" cy="3840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7" name="Text 31"/>
          <p:cNvSpPr/>
          <p:nvPr/>
        </p:nvSpPr>
        <p:spPr>
          <a:xfrm>
            <a:off x="4251960" y="36118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complete intel package the AE can act on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457200" y="4114800"/>
            <a:ext cx="32004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57200" y="4114800"/>
            <a:ext cx="54864" cy="38404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40" name="Text 34"/>
          <p:cNvSpPr/>
          <p:nvPr/>
        </p:nvSpPr>
        <p:spPr>
          <a:xfrm>
            <a:off x="594360" y="41148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ends when the demo is set</a:t>
            </a:r>
            <a:endParaRPr lang="en-US" sz="85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4206240"/>
            <a:ext cx="146304" cy="146304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4114800" y="4114800"/>
            <a:ext cx="45720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4114800" y="4114800"/>
            <a:ext cx="54864" cy="3840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44" name="Text 37"/>
          <p:cNvSpPr/>
          <p:nvPr/>
        </p:nvSpPr>
        <p:spPr>
          <a:xfrm>
            <a:off x="4251960" y="41148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ends when the demo HAPPENS</a:t>
            </a:r>
            <a:endParaRPr lang="en-US" sz="850" dirty="0"/>
          </a:p>
        </p:txBody>
      </p:sp>
      <p:sp>
        <p:nvSpPr>
          <p:cNvPr id="45" name="Text 38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7" name="Text 40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365" y="188078"/>
            <a:ext cx="7722295" cy="556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What “Qualified” Actually Means — Before You Hand Off</a:t>
            </a:r>
            <a:endParaRPr lang="en-US" sz="1600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booked meeting is a qualified demo. Here’s the minimum bar your AE needs before they invest 45 minutes.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141732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57200" y="1417320"/>
            <a:ext cx="3931920" cy="411480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8132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MUST-HAVES (Non-Negotiable)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94360" y="2444767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maker or strong champion confirmed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is ICP fit: 6+ providers, US/Canada, salon/spa/medspa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stated pain or challenge (not just “curious”)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discussed: When would they look to switch?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software identified (or confirmed no software)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agreed to the meeting and knows what to expect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754880" y="14173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754880" y="1417320"/>
            <a:ext cx="3931920" cy="411480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48132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2064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NICE-TO-HAVES (Bonus Intel)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892040" y="1920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range discussed or willingness to invest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pain points identified (not just one)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stakeholders named who’ll attend the demo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competitor frustrations (e.g. “Vagaro can’t do X”)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75488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solidFill>
            <a:srgbClr val="6B3A4A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99008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20640" y="2926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(Pause Before Handing Off)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89204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curious” with no stated pain or timeline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 providers with no growth plans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to name who makes software decisions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agreed to meet because you offered a gift card or incentive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25" name="Text 1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Handoff Template — What to Pass to Your AE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SDR-TO-AE HANDOFF BRIEF — FILL THIS OUT FOR EVERY DEMO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1371600"/>
            <a:ext cx="54864" cy="219456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1371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/ Business: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2148840" y="137160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     Segment: Salon / Spa / MedSpa / Enterprise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548640" y="1627632"/>
            <a:ext cx="54864" cy="219456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16276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Maker: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148840" y="162763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     Title: ________     Confirmed DM: Y / N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48640" y="1883664"/>
            <a:ext cx="54864" cy="219456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18836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Attendees: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2148840" y="1883664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     (Who else is joining the demo?)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48640" y="2139696"/>
            <a:ext cx="54864" cy="219456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" y="21396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Count: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2148840" y="2139696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     Locations: ________     Current Software: ________________________________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48640" y="2395728"/>
            <a:ext cx="54864" cy="219456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" y="23957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Pain #1: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2148840" y="239572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48640" y="2651760"/>
            <a:ext cx="54864" cy="219456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" y="2651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Pain #2: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2148840" y="265176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48640" y="2907792"/>
            <a:ext cx="54864" cy="219456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8" name="Text 24"/>
          <p:cNvSpPr/>
          <p:nvPr/>
        </p:nvSpPr>
        <p:spPr>
          <a:xfrm>
            <a:off x="685800" y="2907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How Booked: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2148840" y="290779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     (What got them to agree to a meeting?)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548640" y="3163824"/>
            <a:ext cx="54864" cy="219456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1" name="Text 27"/>
          <p:cNvSpPr/>
          <p:nvPr/>
        </p:nvSpPr>
        <p:spPr>
          <a:xfrm>
            <a:off x="685800" y="31638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to Switch: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2148840" y="3163824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(1–3 mo)  /  Near-term (4–8 mo)  /  Exploring  /  Not discussed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548640" y="3419856"/>
            <a:ext cx="54864" cy="219456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4" name="Text 30"/>
          <p:cNvSpPr/>
          <p:nvPr/>
        </p:nvSpPr>
        <p:spPr>
          <a:xfrm>
            <a:off x="685800" y="34198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Notes: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2148840" y="3419856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like: ________________     What’s frustrating: ________________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548640" y="3675888"/>
            <a:ext cx="54864" cy="219456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7" name="Text 33"/>
          <p:cNvSpPr/>
          <p:nvPr/>
        </p:nvSpPr>
        <p:spPr>
          <a:xfrm>
            <a:off x="685800" y="36758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Qs Asked: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2148840" y="367588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discussed: Y / N     DM process: ________________     Other stakeholders: ________________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548640" y="3931920"/>
            <a:ext cx="54864" cy="219456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40" name="Text 36"/>
          <p:cNvSpPr/>
          <p:nvPr/>
        </p:nvSpPr>
        <p:spPr>
          <a:xfrm>
            <a:off x="685800" y="3931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Recommendation: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2148840" y="393192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“Based on [pain], I’d recommend focusing the demo on [features]. They seem most interested in [area].”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548640" y="4187952"/>
            <a:ext cx="54864" cy="219456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3" name="Text 39"/>
          <p:cNvSpPr/>
          <p:nvPr/>
        </p:nvSpPr>
        <p:spPr>
          <a:xfrm>
            <a:off x="685800" y="4187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Date / Time: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2148840" y="418795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     Confirmation email sent: Y / N     Reminder set: Y / N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solidFill>
            <a:srgbClr val="2A3A44"/>
          </a:solidFill>
          <a:ln/>
        </p:spPr>
      </p:sp>
      <p:sp>
        <p:nvSpPr>
          <p:cNvPr id="46" name="Text 42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brief lives in Salesforce. Fill it out before you move the opp to “Demo Scheduled.” Your AE reads this before every demo.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9" name="Text 45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5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AFTER THE BOOKING</a:t>
            </a:r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2011367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5F0E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Confirmation, No-Show</a:t>
            </a:r>
            <a:endParaRPr lang="en-US" sz="2400">
              <a:latin typeface="Trebuchet M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b="1" kern="0" spc="300" dirty="0">
                <a:solidFill>
                  <a:srgbClr val="F5F0E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Prevention &amp; Follow-Through</a:t>
            </a:r>
            <a:endParaRPr lang="en-US" sz="2400">
              <a:latin typeface="Trebuchet MS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35520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isn’t done when the meeting is booked. It’s done when the meeting HAPPENS.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C67B5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The Confirmation Flow — Preventing No-Shows</a:t>
            </a:r>
            <a:endParaRPr lang="en-US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48640" y="978408"/>
            <a:ext cx="438912" cy="438912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978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97280" y="896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Immediately After Booking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97280" y="1143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calendar invite with clear agenda + AE introduction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434840" y="914400"/>
            <a:ext cx="36576" cy="7772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0" y="9144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“Your Meevo Demo — [Date] at [Time]”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“Hey Nicole, excited to get this on the calendar! You’ll be meeting with [AE Name], who specializes in [their segment]. Based on what we discussed about [pain], they’ll tailor the demo around that. Looking forward to it!”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57200" y="1874520"/>
            <a:ext cx="82296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1984248"/>
            <a:ext cx="438912" cy="438912"/>
          </a:xfrm>
          <a:prstGeom prst="ellipse">
            <a:avLst/>
          </a:prstGeom>
          <a:solidFill>
            <a:srgbClr val="C67B5C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1984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97280" y="1901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Hours Before Demo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9728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personal text or email reminder with value hook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434840" y="1920240"/>
            <a:ext cx="36576" cy="77724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0" y="19202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Nicole, just a quick reminder about your demo tomorrow at [time] with [AE Name]. They’re really looking forward to showing you how [specific feature] addresses [their pain]. See you then!”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57200" y="2880360"/>
            <a:ext cx="82296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2990088"/>
            <a:ext cx="438912" cy="438912"/>
          </a:xfrm>
          <a:prstGeom prst="ellipse">
            <a:avLst/>
          </a:prstGeom>
          <a:solidFill>
            <a:srgbClr val="7A9E7E"/>
          </a:solidFill>
          <a:ln/>
        </p:spPr>
      </p:sp>
      <p:sp>
        <p:nvSpPr>
          <p:cNvPr id="22" name="Text 18"/>
          <p:cNvSpPr/>
          <p:nvPr/>
        </p:nvSpPr>
        <p:spPr>
          <a:xfrm>
            <a:off x="548640" y="2990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097280" y="2907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Hour Before Demo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09728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touch — text message or quick call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434840" y="2926080"/>
            <a:ext cx="36576" cy="77724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6" name="Text 22"/>
          <p:cNvSpPr/>
          <p:nvPr/>
        </p:nvSpPr>
        <p:spPr>
          <a:xfrm>
            <a:off x="4572000" y="29260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Nicole, just checking in! [AE Name] is prepped and ready for your demo in about an hour. If anything came up, just let me know and we’ll reschedule. Looking forward to hearing how it goes!”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457200" y="3886200"/>
            <a:ext cx="82296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48640" y="3995928"/>
            <a:ext cx="438912" cy="438912"/>
          </a:xfrm>
          <a:prstGeom prst="ellipse">
            <a:avLst/>
          </a:prstGeom>
          <a:solidFill>
            <a:srgbClr val="6B3A4A"/>
          </a:solidFill>
          <a:ln/>
        </p:spPr>
      </p:sp>
      <p:sp>
        <p:nvSpPr>
          <p:cNvPr id="29" name="Text 25"/>
          <p:cNvSpPr/>
          <p:nvPr/>
        </p:nvSpPr>
        <p:spPr>
          <a:xfrm>
            <a:off x="548640" y="3995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1097280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They No-Show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09728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give up. Call within 5 minutes. Reschedule warmly.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434840" y="3931920"/>
            <a:ext cx="36576" cy="77724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3" name="Text 29"/>
          <p:cNvSpPr/>
          <p:nvPr/>
        </p:nvSpPr>
        <p:spPr>
          <a:xfrm>
            <a:off x="4572000" y="39319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Nicole, I know things get crazy — we had you down for a demo at [time]. Want to get you rescheduled? [AE Name] had some great insights prepped based on what you told me about [pain]. When’s a better time this week?”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6" name="Text 32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The SDR + AE Partnership — How to Work as a Team</a:t>
            </a:r>
            <a:endParaRPr lang="en-US" sz="1600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1E2A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SDR-AE partnerships aren’t transactional. They’re collaborative. When both sides invest in each other’s success, close rates go up and everybody wins.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57200" y="146304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57200" y="1463040"/>
            <a:ext cx="3931920" cy="4114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GREAT SDRs DO FOR THEIR AE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7387" y="2420028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out the handoff brief completely — no blank fields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recommendation: “I’d focus the demo on X and Y”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confirmation email within 30 minutes of booking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3-touch confirmation flow (immediately, 24hr, 1hr)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demo no-shows, call within 5 min and reschedule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AE for feedback on every demo — what intel helped, what was missing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in on demos occasionally to learn what great discovery looks like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1463040"/>
            <a:ext cx="3931920" cy="4114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4" name="Text 10"/>
          <p:cNvSpPr/>
          <p:nvPr/>
        </p:nvSpPr>
        <p:spPr>
          <a:xfrm>
            <a:off x="489204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GREAT AEs DO FOR THEIR SDR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92040" y="2326083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handoff brief before every demo — no excuses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specific feedback: “The competitor intel was gold” or “Next time ask about timeline”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demo outcomes: did it convert? What helped? What was the gap?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SDRs to sit in on demos so they can hear what good looks like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deal closes, credit the SDR publicly. They booked it.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tell SDRs what intel matters most to them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SDR as a partner, not an appointment setter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8" name="Text 14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Handoff Dos &amp; Don’ts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8B6F7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868680"/>
            <a:ext cx="3931920" cy="411480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932688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868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94360" y="2052703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out the handoff brief before moving opp to Demo Scheduled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at least ONE specific pain the prospect stated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decision maker AND confirm they’ll attend the demo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calendar invite with AE name and clear agenda within 30 min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3-touch confirmation flow (booking, 24hr, 1hr)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your demo recommendation: “Focus on X because they said Y”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no-show, call within 5 minutes — don’t just log it and move 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AE for feedback after every demo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475488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754880" y="868680"/>
            <a:ext cx="3931920" cy="411480"/>
          </a:xfrm>
          <a:prstGeom prst="rect">
            <a:avLst/>
          </a:prstGeom>
          <a:solidFill>
            <a:srgbClr val="6B3A4A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932688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20640" y="868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 THIS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62499" y="2044874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a name and phone number with no context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 with someone who isn’t the decision maker and hasn’t confirmed one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confirmation flow and hope they show up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opp to Demo Scheduled with blank Salesforce fields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Exaggerate the prospect’s interest to make the handoff look better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to introduce the AE by name in the confirmation email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 the AE when a demo doesn’t convert without asking what intel was missing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handoff as the end of your involvement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8" name="Text 12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&amp; Self-Assessment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8686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PRACTICE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896127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out the handoff template for your next 5 demos. Have your AE score each one 1–5 on completeness.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confirmation emails using the scripts on slide 6. Personalize each with a different pain and AE name.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last 5 handoffs in Salesforce. How many had all fields completed? Set a target to hit 100%.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in on one of your AE’s demos this week. Take notes on what discovery intel they used from your brief.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15-min weekly sync with your AE partner. Review upcoming demos, share intel, and discuss what’s working.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no-show rate for 4 weeks. Compare weeks where you used the 3-touch confirmation vs. weeks you didn’t.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663440" y="8686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2" name="Text 8"/>
          <p:cNvSpPr/>
          <p:nvPr/>
        </p:nvSpPr>
        <p:spPr>
          <a:xfrm>
            <a:off x="484632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(1–5 SCALE)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4" name="Shape 10"/>
          <p:cNvSpPr/>
          <p:nvPr/>
        </p:nvSpPr>
        <p:spPr>
          <a:xfrm>
            <a:off x="4754880" y="137160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5" name="Text 11"/>
          <p:cNvSpPr/>
          <p:nvPr/>
        </p:nvSpPr>
        <p:spPr>
          <a:xfrm>
            <a:off x="4892040" y="13898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fill out the handoff brief completely for every demo — no blank fields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754880" y="1883664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754880" y="1883664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9" name="Text 15"/>
          <p:cNvSpPr/>
          <p:nvPr/>
        </p:nvSpPr>
        <p:spPr>
          <a:xfrm>
            <a:off x="4892040" y="19019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handoffs include stated pain, trigger, DM confirmation, and timeline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754880" y="2395728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2" name="Shape 18"/>
          <p:cNvSpPr/>
          <p:nvPr/>
        </p:nvSpPr>
        <p:spPr>
          <a:xfrm>
            <a:off x="4754880" y="2395728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3" name="Text 19"/>
          <p:cNvSpPr/>
          <p:nvPr/>
        </p:nvSpPr>
        <p:spPr>
          <a:xfrm>
            <a:off x="4892040" y="24140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execute the 3-touch confirmation flow for every demo (booking, 24hr, 1hr)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754880" y="2907792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2907792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7" name="Text 23"/>
          <p:cNvSpPr/>
          <p:nvPr/>
        </p:nvSpPr>
        <p:spPr>
          <a:xfrm>
            <a:off x="4892040" y="29260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demo no-shows, I call within 5 minutes and actively reschedule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4754880" y="3419856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0" name="Shape 26"/>
          <p:cNvSpPr/>
          <p:nvPr/>
        </p:nvSpPr>
        <p:spPr>
          <a:xfrm>
            <a:off x="4754880" y="3419856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1" name="Text 27"/>
          <p:cNvSpPr/>
          <p:nvPr/>
        </p:nvSpPr>
        <p:spPr>
          <a:xfrm>
            <a:off x="4892040" y="34381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ask my AE for feedback on my handoff quality after every demo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4754880" y="3931920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4754880" y="393192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5" name="Text 31"/>
          <p:cNvSpPr/>
          <p:nvPr/>
        </p:nvSpPr>
        <p:spPr>
          <a:xfrm>
            <a:off x="4892040" y="39502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include a demo recommendation: “Focus on X because they said Y”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869806" y="4300185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yourself 1–5. Below 3 = your coaching focus for next 2 weeks.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0" name="Text 36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097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SDR books the meeting. A great handoff wins the deal. The quality of your intel determines whether the demo converts.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1536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1536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means: DM confirmed, ICP fit, at least one stated pain, timeline discussed, and prospect knows what to expect.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1975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19751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handoff template is non-negotiable. Fill it out completely before moving the opp to Demo Scheduled.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24140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80160" y="24140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recommendation: “Focus on X because they said Y.” Your AE will trust you more when you think like a closer.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2852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3-touch confirmation flow: immediately after booking, 24 hours before, 1 hour before. This kills 60% of no-shows.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52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8016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no-show, call within 5 minutes. Warm, empathetic, and solution-oriented. Your job isn’t done until the demo happens.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1520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0160" y="37307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 partnership with your AE. Weekly syncs, demo feedback loops, and shared accountability.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31520" y="4169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80160" y="41696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SDR is a future AE. The handoff is where you prove you think beyond the booking.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31520" y="4664379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24</cp:revision>
  <dcterms:created xsi:type="dcterms:W3CDTF">2026-03-10T20:15:00Z</dcterms:created>
  <dcterms:modified xsi:type="dcterms:W3CDTF">2026-03-10T20:22:18Z</dcterms:modified>
</cp:coreProperties>
</file>