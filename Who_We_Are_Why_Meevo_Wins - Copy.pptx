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0" y="365760"/>
            <a:ext cx="1188720" cy="1188720"/>
          </a:xfrm>
          <a:prstGeom prst="ellipse">
            <a:avLst/>
          </a:prstGeom>
          <a:solidFill>
            <a:srgbClr val="2A3A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594360"/>
            <a:ext cx="685800" cy="685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916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300" kern="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We Are &amp;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spc="300" kern="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Meevo Wins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731520" y="2697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Our Company, Our Product, and Our Competitive Edge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1371600" y="3291840"/>
            <a:ext cx="6400800" cy="502920"/>
          </a:xfrm>
          <a:prstGeom prst="rect">
            <a:avLst/>
          </a:prstGeom>
          <a:solidFill>
            <a:srgbClr val="2A3A4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1554480" y="32918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Years of Industry Expertise  •  150,000+ Daily Users  •  All-in-One Platform  •  Built for Beauty &amp; Wellness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39776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[ATTRIBUTE: Business Acumen #7 | Industry Knowledge #9]  [STAGE: Onboarding]  [LEVEL: 1]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" y="43434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We Are — Millennium Systems International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1E2A3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40080" y="868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is the flagship product of Millennium Systems International — the leading business management software provider for the beauty &amp; wellness industry.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320040" y="1463040"/>
            <a:ext cx="20116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20040" y="1463040"/>
            <a:ext cx="2011680" cy="54864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0" name="Shape 6"/>
          <p:cNvSpPr/>
          <p:nvPr/>
        </p:nvSpPr>
        <p:spPr>
          <a:xfrm>
            <a:off x="1005840" y="1600200"/>
            <a:ext cx="640080" cy="640080"/>
          </a:xfrm>
          <a:prstGeom prst="ellipse">
            <a:avLst/>
          </a:prstGeom>
          <a:solidFill>
            <a:srgbClr val="1B6B93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1764792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148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40+ Years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11480" y="26517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three decades of insight, innovation, and disruption in the beauty &amp; wellness vertical. We know this industry because we grew up in it.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2514600" y="1463040"/>
            <a:ext cx="20116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2514600" y="1463040"/>
            <a:ext cx="2011680" cy="54864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6" name="Shape 11"/>
          <p:cNvSpPr/>
          <p:nvPr/>
        </p:nvSpPr>
        <p:spPr>
          <a:xfrm>
            <a:off x="3200400" y="1600200"/>
            <a:ext cx="640080" cy="640080"/>
          </a:xfrm>
          <a:prstGeom prst="ellipse">
            <a:avLst/>
          </a:prstGeom>
          <a:solidFill>
            <a:srgbClr val="C67B5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764792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60604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150,000+ Daily Users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2606040" y="26517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Salons, spas, medspas, schools, and multi-location enterprises trust Meevo every single day to run their businesses.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4709160" y="1463040"/>
            <a:ext cx="20116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709160" y="1463040"/>
            <a:ext cx="2011680" cy="54864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2" name="Shape 16"/>
          <p:cNvSpPr/>
          <p:nvPr/>
        </p:nvSpPr>
        <p:spPr>
          <a:xfrm>
            <a:off x="5394960" y="1600200"/>
            <a:ext cx="640080" cy="640080"/>
          </a:xfrm>
          <a:prstGeom prst="ellipse">
            <a:avLst/>
          </a:prstGeom>
          <a:solidFill>
            <a:srgbClr val="7A9E7E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9552" y="1764792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80060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HIPAA Compliant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800600" y="26517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responsive, cloud-based, and HIPAA compliant — built for the unique compliance needs of medspas and wellness businesses.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6903720" y="1463040"/>
            <a:ext cx="20116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903720" y="1463040"/>
            <a:ext cx="2011680" cy="54864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28" name="Shape 21"/>
          <p:cNvSpPr/>
          <p:nvPr/>
        </p:nvSpPr>
        <p:spPr>
          <a:xfrm>
            <a:off x="7589520" y="1600200"/>
            <a:ext cx="640080" cy="640080"/>
          </a:xfrm>
          <a:prstGeom prst="ellipse">
            <a:avLst/>
          </a:prstGeom>
          <a:solidFill>
            <a:srgbClr val="8B6F7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4112" y="1764792"/>
            <a:ext cx="320040" cy="32004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99516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US-Based Support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6995160" y="26517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humans. Real phone calls. Immediate support from a team that understands your business — not a ticket queue or chatbot.</a:t>
            </a:r>
            <a:endParaRPr lang="en-US" sz="850" dirty="0"/>
          </a:p>
        </p:txBody>
      </p:sp>
      <p:sp>
        <p:nvSpPr>
          <p:cNvPr id="32" name="Shape 24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2A3A44"/>
          </a:solidFill>
          <a:ln/>
        </p:spPr>
      </p:sp>
      <p:sp>
        <p:nvSpPr>
          <p:cNvPr id="33" name="Text 25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CORE VALUES:  Teamwork  •  Excellence  •  Client-Centric Focus  •  Integrity  •  Passion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36" name="Text 28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Meevo Value Triangle — Why Owners Choose Us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C67B5C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20040" y="868680"/>
            <a:ext cx="274320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20040" y="868680"/>
            <a:ext cx="2743200" cy="6400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8" name="Text 4"/>
          <p:cNvSpPr/>
          <p:nvPr/>
        </p:nvSpPr>
        <p:spPr>
          <a:xfrm>
            <a:off x="429768" y="886968"/>
            <a:ext cx="2523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Optimization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Client Retention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29768" y="1600200"/>
            <a:ext cx="252374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Rebooking automation at checkout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Memberships, loyalty &amp; rewards programs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&amp; card-on-file for no-show reduction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visit tracking &amp; automated rebook reminders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point promotions &amp; eGift cards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 with real-time accuracy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246120" y="868680"/>
            <a:ext cx="274320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46120" y="868680"/>
            <a:ext cx="2743200" cy="64008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2" name="Text 8"/>
          <p:cNvSpPr/>
          <p:nvPr/>
        </p:nvSpPr>
        <p:spPr>
          <a:xfrm>
            <a:off x="3355848" y="886968"/>
            <a:ext cx="2523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Efficiency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Staff Empowerment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55848" y="1600200"/>
            <a:ext cx="252374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check-in &amp; walk-in manager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MeevoTips — digital tipping (competitors don’t have this)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 automation &amp; chairside checkout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waitlist management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POS, scheduling &amp; payroll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MyMeevo provider app + MeGo client app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172200" y="868680"/>
            <a:ext cx="274320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72200" y="868680"/>
            <a:ext cx="2743200" cy="64008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16" name="Text 12"/>
          <p:cNvSpPr/>
          <p:nvPr/>
        </p:nvSpPr>
        <p:spPr>
          <a:xfrm>
            <a:off x="6281928" y="886968"/>
            <a:ext cx="2523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 &amp; Scalability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Data-Driven Decisions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281928" y="1600200"/>
            <a:ext cx="252374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built-in reports &amp; Smart Center dashboards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provider goals &amp; performance tracking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Pricing for dynamic revenue management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reporting &amp; payroll consolidation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suite included (email, SMS, OPM, social)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MeevoXchange marketplace for integrations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20" name="Text 16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500" kern="0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INTELLIGENCE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737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300" kern="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Meevo Wins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competitors. Know their weaknesses. Position Meevo with confidence.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6177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[ATTRIBUTE: Business Acumen #7 | Industry Knowledge #9]  [LEVEL: 1-2]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 — How We Stack Up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20040" y="86868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20040" y="868680"/>
            <a:ext cx="4114800" cy="365760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8" name="Text 4"/>
          <p:cNvSpPr/>
          <p:nvPr/>
        </p:nvSpPr>
        <p:spPr>
          <a:xfrm>
            <a:off x="429768" y="868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Boulevard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880360" y="868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Upmarket positioning, strong design aesthetic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429768" y="12801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Weaknesses: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429768" y="144475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integrations &amp; narrow feature set</a:t>
            </a:r>
            <a:endParaRPr lang="en-US" sz="7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marketing suite</a:t>
            </a:r>
            <a:endParaRPr lang="en-US" sz="7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tipping (MeevoTips)</a:t>
            </a:r>
            <a:endParaRPr lang="en-US" sz="7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FOV tracking or smart pricing</a:t>
            </a:r>
            <a:endParaRPr lang="en-US" sz="7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reporting depth for multi-location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2377440" y="1280160"/>
            <a:ext cx="36576" cy="1417320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13" name="Text 9"/>
          <p:cNvSpPr/>
          <p:nvPr/>
        </p:nvSpPr>
        <p:spPr>
          <a:xfrm>
            <a:off x="2514600" y="12801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Win: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2514600" y="146304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look great but can’t scale. Meevo does everything Boulevard does + marketing, goals, smart pricing, and 150+ reports.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709160" y="86868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09160" y="868680"/>
            <a:ext cx="4114800" cy="36576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7" name="Text 13"/>
          <p:cNvSpPr/>
          <p:nvPr/>
        </p:nvSpPr>
        <p:spPr>
          <a:xfrm>
            <a:off x="4818888" y="868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Vagaro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269480" y="868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leader, popular with small businesses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4818888" y="12801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Weaknesses: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4818888" y="144475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Outgrown quickly by scaling businesses</a:t>
            </a:r>
            <a:endParaRPr lang="en-US" sz="7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reporting &amp; analytics</a:t>
            </a:r>
            <a:endParaRPr lang="en-US" sz="7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provider goals or performance tracking</a:t>
            </a:r>
            <a:endParaRPr lang="en-US" sz="7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Per-booking fees add up fast</a:t>
            </a:r>
            <a:endParaRPr lang="en-US" sz="7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quality inconsistent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6766560" y="1280160"/>
            <a:ext cx="36576" cy="141732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2" name="Text 18"/>
          <p:cNvSpPr/>
          <p:nvPr/>
        </p:nvSpPr>
        <p:spPr>
          <a:xfrm>
            <a:off x="6903720" y="12801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Win: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6903720" y="146304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starter software. But when you grow past 6 providers, Vagaro breaks. Meevo is built for growth.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20040" y="292608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20040" y="2926080"/>
            <a:ext cx="4114800" cy="365760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26" name="Text 22"/>
          <p:cNvSpPr/>
          <p:nvPr/>
        </p:nvSpPr>
        <p:spPr>
          <a:xfrm>
            <a:off x="429768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Zenoti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2880360" y="2926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complexity, high cost</a:t>
            </a:r>
            <a:endParaRPr lang="en-US" sz="700" dirty="0"/>
          </a:p>
        </p:txBody>
      </p:sp>
      <p:sp>
        <p:nvSpPr>
          <p:cNvPr id="28" name="Text 24"/>
          <p:cNvSpPr/>
          <p:nvPr/>
        </p:nvSpPr>
        <p:spPr>
          <a:xfrm>
            <a:off x="429768" y="33375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Weaknesses: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429768" y="350215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Painful implementations (6-12 months)</a:t>
            </a:r>
            <a:endParaRPr lang="en-US" sz="7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for 6-50 provider businesses</a:t>
            </a:r>
            <a:endParaRPr lang="en-US" sz="7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Ticket-only support — no phone</a:t>
            </a:r>
            <a:endParaRPr lang="en-US" sz="7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cost, hidden fees</a:t>
            </a:r>
            <a:endParaRPr lang="en-US" sz="7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UI — steep learning curve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2377440" y="3337560"/>
            <a:ext cx="36576" cy="1417320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31" name="Text 27"/>
          <p:cNvSpPr/>
          <p:nvPr/>
        </p:nvSpPr>
        <p:spPr>
          <a:xfrm>
            <a:off x="2514600" y="33375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Win: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2514600" y="352044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hospitals, not salons. Meevo gives you enterprise power without the enterprise headache.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4709160" y="292608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709160" y="2926080"/>
            <a:ext cx="4114800" cy="36576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35" name="Text 31"/>
          <p:cNvSpPr/>
          <p:nvPr/>
        </p:nvSpPr>
        <p:spPr>
          <a:xfrm>
            <a:off x="4818888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MindBody / Booker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7269480" y="2926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brand, fitness-oriented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4818888" y="33375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Weaknesses: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4818888" y="350215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for beauty/wellness vertical</a:t>
            </a:r>
            <a:endParaRPr lang="en-US" sz="7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support response times</a:t>
            </a:r>
            <a:endParaRPr lang="en-US" sz="7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UI and user experience</a:t>
            </a:r>
            <a:endParaRPr lang="en-US" sz="7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salon-specific features</a:t>
            </a:r>
            <a:endParaRPr lang="en-US" sz="7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fees eat into margins</a:t>
            </a:r>
            <a:endParaRPr lang="en-US" sz="750" dirty="0"/>
          </a:p>
        </p:txBody>
      </p:sp>
      <p:sp>
        <p:nvSpPr>
          <p:cNvPr id="39" name="Shape 35"/>
          <p:cNvSpPr/>
          <p:nvPr/>
        </p:nvSpPr>
        <p:spPr>
          <a:xfrm>
            <a:off x="6766560" y="3337560"/>
            <a:ext cx="36576" cy="14173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0" name="Text 36"/>
          <p:cNvSpPr/>
          <p:nvPr/>
        </p:nvSpPr>
        <p:spPr>
          <a:xfrm>
            <a:off x="6903720" y="33375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Win: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6903720" y="352044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They’re a fitness company that added beauty as an afterthought. Meevo was born in beauty &amp; wellness.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4" name="Text 40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Differentiators — What Only Meevo Does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7A9E7E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20040" y="86868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20040" y="868680"/>
            <a:ext cx="54864" cy="178308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8" name="Text 4"/>
          <p:cNvSpPr/>
          <p:nvPr/>
        </p:nvSpPr>
        <p:spPr>
          <a:xfrm>
            <a:off x="502920" y="941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MeevoTips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" y="1234440"/>
            <a:ext cx="1097280" cy="27432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0" name="Text 6"/>
          <p:cNvSpPr/>
          <p:nvPr/>
        </p:nvSpPr>
        <p:spPr>
          <a:xfrm>
            <a:off x="502920" y="132588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tipping built right into the checkout flow. No competitor has this. Providers love it, clients use it, owners see higher tip revenue.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46120" y="86868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46120" y="868680"/>
            <a:ext cx="54864" cy="17830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3" name="Text 9"/>
          <p:cNvSpPr/>
          <p:nvPr/>
        </p:nvSpPr>
        <p:spPr>
          <a:xfrm>
            <a:off x="3429000" y="941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Pricing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429000" y="1234440"/>
            <a:ext cx="1097280" cy="27432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5" name="Text 11"/>
          <p:cNvSpPr/>
          <p:nvPr/>
        </p:nvSpPr>
        <p:spPr>
          <a:xfrm>
            <a:off x="3429000" y="132588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that adjusts based on demand, provider experience, and time slots. Maximize revenue per chair hour automatically.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72200" y="86868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72200" y="868680"/>
            <a:ext cx="54864" cy="178308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18" name="Text 14"/>
          <p:cNvSpPr/>
          <p:nvPr/>
        </p:nvSpPr>
        <p:spPr>
          <a:xfrm>
            <a:off x="6355080" y="941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Frequency of Visit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355080" y="1234440"/>
            <a:ext cx="1097280" cy="27432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0" name="Text 16"/>
          <p:cNvSpPr/>
          <p:nvPr/>
        </p:nvSpPr>
        <p:spPr>
          <a:xfrm>
            <a:off x="6355080" y="132588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often clients return, set rebook targets per provider, and automatically trigger marketing to overdue clients.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20040" y="27889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20040" y="2788920"/>
            <a:ext cx="54864" cy="1783080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23" name="Text 19"/>
          <p:cNvSpPr/>
          <p:nvPr/>
        </p:nvSpPr>
        <p:spPr>
          <a:xfrm>
            <a:off x="502920" y="2862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 Goals &amp; Dashboards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02920" y="3154680"/>
            <a:ext cx="1097280" cy="27432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3246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provider gets their own Smart Center showing targets, actual performance, and what they need to hit their goals. Real accountability.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246120" y="27889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246120" y="2788920"/>
            <a:ext cx="54864" cy="1783080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28" name="Text 24"/>
          <p:cNvSpPr/>
          <p:nvPr/>
        </p:nvSpPr>
        <p:spPr>
          <a:xfrm>
            <a:off x="3429000" y="2862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 Included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3429000" y="3154680"/>
            <a:ext cx="1097280" cy="27432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30" name="Text 26"/>
          <p:cNvSpPr/>
          <p:nvPr/>
        </p:nvSpPr>
        <p:spPr>
          <a:xfrm>
            <a:off x="3429000" y="3246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email, social posting, online presence management, and review monitoring — all included. Competitors charge $100-300/mo extra.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6172200" y="27889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172200" y="2788920"/>
            <a:ext cx="54864" cy="17830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33" name="Text 29"/>
          <p:cNvSpPr/>
          <p:nvPr/>
        </p:nvSpPr>
        <p:spPr>
          <a:xfrm>
            <a:off x="6355080" y="2862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Outage History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6355080" y="3154680"/>
            <a:ext cx="1097280" cy="27432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35" name="Text 31"/>
          <p:cNvSpPr/>
          <p:nvPr/>
        </p:nvSpPr>
        <p:spPr>
          <a:xfrm>
            <a:off x="6355080" y="3246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Rock-solid reliability. US-based phone support with real humans who pick up immediately. Zenoti = tickets. GlossGenius = voicemail.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38" name="Text 34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We Sell To — Our ICP by Segment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C67B5C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868680"/>
            <a:ext cx="54864" cy="8686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914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Salons (6+ Providers)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0080" y="12070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051560" y="12070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rebooking, retail, provider goals, smart pricing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40080" y="139903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Pain: 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463040" y="13990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rebook rates, no visibility into provider performance, manual processes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297680" y="914400"/>
            <a:ext cx="36576" cy="7315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4" name="Text 10"/>
          <p:cNvSpPr/>
          <p:nvPr/>
        </p:nvSpPr>
        <p:spPr>
          <a:xfrm>
            <a:off x="4434840" y="9144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Wins With: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434840" y="11155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dashboards per provider, rebooking automation at checkout, Smart Pricing, retail tracking, 150+ reports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57200" y="18745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1874520"/>
            <a:ext cx="54864" cy="86868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Spas (6+ Providers)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0080" y="2212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051560" y="22128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mix, membership/packages, utilization, treatment rooms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640080" y="240487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Pain: 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1463040" y="2404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membership adoption, room scheduling conflicts, no FOV tracking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4297680" y="1920240"/>
            <a:ext cx="36576" cy="73152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4" name="Text 20"/>
          <p:cNvSpPr/>
          <p:nvPr/>
        </p:nvSpPr>
        <p:spPr>
          <a:xfrm>
            <a:off x="4434840" y="1920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Wins With: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4434840" y="21214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management, room booking, FOV tracking, package creation, automated waitlist, loyalty programs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457200" y="28803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57200" y="2880360"/>
            <a:ext cx="54864" cy="868680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28" name="Text 24"/>
          <p:cNvSpPr/>
          <p:nvPr/>
        </p:nvSpPr>
        <p:spPr>
          <a:xfrm>
            <a:off x="64008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MedSpas (6+ Providers)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40080" y="32186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1051560" y="32186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treatment revenue per provider, client retention, deposits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640080" y="341071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Pain: 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1463040" y="34107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concerns, no-shows, no digital intake, manual clinical notes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297680" y="2926080"/>
            <a:ext cx="36576" cy="731520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34" name="Text 30"/>
          <p:cNvSpPr/>
          <p:nvPr/>
        </p:nvSpPr>
        <p:spPr>
          <a:xfrm>
            <a:off x="4434840" y="29260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Wins With: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4434840" y="31272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compliant, deposits &amp; card-on-file, MeevoMD clinical notes, digital intake, compliance-ready reporting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457200" y="3886200"/>
            <a:ext cx="54864" cy="86868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8" name="Text 34"/>
          <p:cNvSpPr/>
          <p:nvPr/>
        </p:nvSpPr>
        <p:spPr>
          <a:xfrm>
            <a:off x="64008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(Multi-Location)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640080" y="4224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1051560" y="42245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consolidation, payroll, multi-site management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640080" y="44165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Pain: 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1463040" y="4416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view, inconsistent processes across locations, siloed data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4297680" y="3931920"/>
            <a:ext cx="36576" cy="73152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44" name="Text 40"/>
          <p:cNvSpPr/>
          <p:nvPr/>
        </p:nvSpPr>
        <p:spPr>
          <a:xfrm>
            <a:off x="4434840" y="39319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Wins With: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4434840" y="41330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Office dashboard, consolidated payroll, multi-location reporting, standardized processes, API tools</a:t>
            </a:r>
            <a:endParaRPr lang="en-US" sz="850" dirty="0"/>
          </a:p>
        </p:txBody>
      </p:sp>
      <p:sp>
        <p:nvSpPr>
          <p:cNvPr id="46" name="Text 4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8" name="Text 44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Pricing Conversation — We’re Not the Cheapest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6B3A4A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solidFill>
            <a:srgbClr val="1E2A3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“We’re not the cheapest, and we use that word intentionally. Cheap means corners cut. Meevo is an investment in growth.”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57200" y="1554480"/>
            <a:ext cx="393192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10" name="Text 6"/>
          <p:cNvSpPr/>
          <p:nvPr/>
        </p:nvSpPr>
        <p:spPr>
          <a:xfrm>
            <a:off x="59436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INCLUDED (NO EXTRA CHARGE)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94360" y="201168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&amp; email marketing suite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Presence Management (OPM)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posting &amp; review monitoring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built-in reports &amp; dashboards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goal setting &amp; Smart Centers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MeevoTips digital tipping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check-in &amp; walk-in manager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waitlist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US-based phone support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data conversion ($500+ value)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754880" y="1554480"/>
            <a:ext cx="393192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4" name="Text 10"/>
          <p:cNvSpPr/>
          <p:nvPr/>
        </p:nvSpPr>
        <p:spPr>
          <a:xfrm>
            <a:off x="489204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COST REFRAME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846320" y="2011680"/>
            <a:ext cx="3749040" cy="5029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6" name="Shape 12"/>
          <p:cNvSpPr/>
          <p:nvPr/>
        </p:nvSpPr>
        <p:spPr>
          <a:xfrm>
            <a:off x="4846320" y="2011680"/>
            <a:ext cx="54864" cy="50292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7" name="Text 13"/>
          <p:cNvSpPr/>
          <p:nvPr/>
        </p:nvSpPr>
        <p:spPr>
          <a:xfrm>
            <a:off x="4983480" y="20299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Vagaro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983480" y="22311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costs: Per-booking fees, limited reports, no marketing, no goals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846320" y="2578608"/>
            <a:ext cx="3749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6"/>
          <p:cNvSpPr/>
          <p:nvPr/>
        </p:nvSpPr>
        <p:spPr>
          <a:xfrm>
            <a:off x="4846320" y="2578608"/>
            <a:ext cx="54864" cy="50292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1" name="Text 17"/>
          <p:cNvSpPr/>
          <p:nvPr/>
        </p:nvSpPr>
        <p:spPr>
          <a:xfrm>
            <a:off x="4983480" y="25968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Boulevard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983480" y="27980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costs: No marketing suite, no tipping, add-on fees for features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4846320" y="3145536"/>
            <a:ext cx="3749040" cy="5029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4" name="Shape 20"/>
          <p:cNvSpPr/>
          <p:nvPr/>
        </p:nvSpPr>
        <p:spPr>
          <a:xfrm>
            <a:off x="4846320" y="3145536"/>
            <a:ext cx="54864" cy="50292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5" name="Text 21"/>
          <p:cNvSpPr/>
          <p:nvPr/>
        </p:nvSpPr>
        <p:spPr>
          <a:xfrm>
            <a:off x="4983480" y="31638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Zenoti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4983480" y="33649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costs: Implementation fees ($10K+), per-user pricing, ticket-only support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4846320" y="3712464"/>
            <a:ext cx="3749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4"/>
          <p:cNvSpPr/>
          <p:nvPr/>
        </p:nvSpPr>
        <p:spPr>
          <a:xfrm>
            <a:off x="4846320" y="3712464"/>
            <a:ext cx="54864" cy="50292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9" name="Text 25"/>
          <p:cNvSpPr/>
          <p:nvPr/>
        </p:nvSpPr>
        <p:spPr>
          <a:xfrm>
            <a:off x="4983480" y="37307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MindBody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4983480" y="39319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costs: Booking fees per transaction, marketing add-ons, slow support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84632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line: “When you add up booking fees, transaction rates, marketing add-ons, and per-user charges — Meevo often evens out or costs less.”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34" name="Text 30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300" kern="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1097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not a startup. 40+ years of beauty &amp; wellness expertise, 150,000+ daily users. Know your heritage.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1520" y="1536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80160" y="15361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is the only true all-in-one: scheduling, POS, payroll, marketing, reporting, goals — nothing bolted on.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1975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80160" y="197510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Triangle is your pitch framework: Revenue Optimization, Operational Efficiency, Growth &amp; Scalability.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24140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80160" y="241401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four competitors cold: Boulevard (narrow), Vagaro (small), Zenoti (complex), MindBody (fitness).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1520" y="2852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80160" y="28529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MeevoTips, Smart Pricing, FOV tracking, and included marketing are our unique weapons. No competitor matches all four.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3152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80160" y="3291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not the cheapest — and that’s the point. Total cost of ownership wins every time.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31520" y="3730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80160" y="37307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US-based phone support with zero outage history. When their system goes down Saturday at 2 PM, ours doesn’t.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31520" y="41696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80160" y="416966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not here to take orders. We’re here to diagnose and teach. That’s what makes Meevo reps different.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31520" y="46177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[ATTRIBUTE: Business Acumen #7 | Industry Knowledge #9 | Drive / Competitive Fire #1]  [STAGE: Onboarding + Continuous Education]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31520" y="43434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2026-03-06T20:10:50Z</dcterms:created>
  <dcterms:modified xsi:type="dcterms:W3CDTF">2026-03-06T20:10:50Z</dcterms:modified>
</cp:coreProperties>
</file>