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0605D-9CA8-4E01-9342-8AF6437ABF23}" type="datetimeFigureOut"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DC679-8388-4C10-96C4-CB0713F694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52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64008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SWOT Analysis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Software Competitive Landscape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657600"/>
            <a:ext cx="1554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Boulevard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94560" y="3657600"/>
            <a:ext cx="1554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219456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Booker / MindBody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31920" y="3657600"/>
            <a:ext cx="1554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393192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Zenoti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3657600"/>
            <a:ext cx="1554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Mangomint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06640" y="3657600"/>
            <a:ext cx="1554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740664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Vagaro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Meevo SDR Training Playbook — Slide 6: Competitive Landscape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Leadership —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Analysis: Boulevard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228600"/>
            <a:ext cx="192024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8745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160520" cy="5486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49047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mid-market positioning with premium brand appeal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clean interface designed for upscale salons &amp; spas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scheduling and client management features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reputation among multi-location businesses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160520" cy="187452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51560"/>
            <a:ext cx="416052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149047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consistently wins on reporting depth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robust goal-setting tools for service providers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can be slow to respond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role-specific dashboards (Smart Centers)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3063240"/>
            <a:ext cx="4160520" cy="187452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063240"/>
            <a:ext cx="416052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0040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11480" y="350215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expand into enterprise segment with more features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brand may attract high-end medspa market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awareness in salon/spa industry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4160520" cy="1874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063240"/>
            <a:ext cx="416052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0040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2064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MEEVO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00600" y="350215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directly in Meevo's mid-market sweet spot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UX may appeal to younger salon owners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counters with: advanced reporting, role-specific dashboards, US-based phone support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Analysis: Booker / MindBody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228600"/>
            <a:ext cx="19202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Wellness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8745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160520" cy="5486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49047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 brand recognition in wellness space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capability: salon operations + class/livestream content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existing install base and marketplace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feature set for multi-location operations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160520" cy="187452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51560"/>
            <a:ext cx="416052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149047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Booker only updates every 24 hours — not real-time data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— requires app just to book appointments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reporting and marketing tools compared to Meevo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assistant only available in highest-tier package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3063240"/>
            <a:ext cx="4160520" cy="187452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063240"/>
            <a:ext cx="416052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0040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11480" y="350215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Wellness/fitness crossover market continues to grow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leverage marketplace for client acquisition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contracts create high switching costs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4160520" cy="1874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063240"/>
            <a:ext cx="416052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0040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2064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MEEVO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00600" y="350215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name recognition may stall prospect evaluation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installed base creates inertia with existing customers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counters with: real-time data, superior reporting, included marketing, competitive pricing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Analysis: Zenoti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228600"/>
            <a:ext cx="19202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Upmarket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8745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160520" cy="5486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49047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enterprise positioning for large-scale operations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customization options for complex workflows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approach with automated phone lines &amp; marketing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Well-funded with significant market presence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160520" cy="187452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51560"/>
            <a:ext cx="416052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149047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Terrible customer support — ticket-only system, no phone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steps required to book or check out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expensive pricing across all tiers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user-friendly interface — steep learning curve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3063240"/>
            <a:ext cx="4160520" cy="187452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063240"/>
            <a:ext cx="416052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0040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11480" y="350215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salon &amp; medspa segment is growing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features could attract tech-forward brands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and multi-location scalability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4160520" cy="1874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063240"/>
            <a:ext cx="416052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0040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2064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MEEVO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00600" y="350215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for large Enterprise accounts Meevo pursues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customization may appeal to complex operations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counters with: ease of use, US-based phone support, competitive pricing, better UX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Analysis: Mangomint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228600"/>
            <a:ext cx="1920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/ Teams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8745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160520" cy="5486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49047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Highest-rated UX in salon software — clean, intuitive design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features: Express Booking, Intelligent Waitlist, Automated Flows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satisfaction scores (4.9 stars on Capterra)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payroll, marketing automation, and self-checkout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160520" cy="187452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51560"/>
            <a:ext cx="416052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149047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available in US &amp; Canada — no international reach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solopreneurs — teams only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entry-level pricing than most competitors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marketplace for new customer acquisition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users report payment processing reliability issues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3063240"/>
            <a:ext cx="4160520" cy="187452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063240"/>
            <a:ext cx="416052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0040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11480" y="350215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UX could attract younger, design-conscious owners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workflows appeal to efficiency-focused salons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expand internationally to capture global market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4160520" cy="1874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063240"/>
            <a:ext cx="416052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0040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2064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MEEVO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00600" y="350215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competitor in Meevo's mid-market segment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UX and design may sway demo evaluations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word-of-mouth and review presence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counters with: 150+ reports, goal dashboards, Online Presence Mgmt, 40+ yrs industry depth, lower transaction rates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Analysis: Vagaro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228600"/>
            <a:ext cx="192024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/ Small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8745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160520" cy="5486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49047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affordable — strong value proposition for SMBs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feature set packed into low price point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client marketplace for new customer acquisition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widget integration for seamless on-site booking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160520" cy="187452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51560"/>
            <a:ext cx="416052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149047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outages and downtime — reliability concerns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reporting — no goal dashboards or role-specific views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inventory management compared to Meevo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extra for SMS/Email marketing (Meevo includes it)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3063240"/>
            <a:ext cx="4160520" cy="187452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063240"/>
            <a:ext cx="416052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0040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11480" y="350215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SMB small market with high volume of prospects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 removes barrier to entry for new salon owners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add more enterprise features over time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4160520" cy="1874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063240"/>
            <a:ext cx="416052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0040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2064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MEEVO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00600" y="3502152"/>
            <a:ext cx="3886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prospects may choose Vagaro on cost alone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user base creates referral network and word-of-mouth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counters with: dashboards, reporting, goals, zero outage history, included marketing, superior support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Meevo Competitive Advantages — Summary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05840"/>
          <a:ext cx="8686800" cy="3337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Weakness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Meevo Beat-With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Boulevard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reporting, slow support, no goal dashboards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reporting, role-specific dashboards, US-based 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Booker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MindBody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real-time, expensive, weak reporting &amp; 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data, better reporting, included marketing, pricing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Zenoti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Ticket-only support, complex UX, very expensive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use, US-based phone support, competitive pricing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Mangomint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US/Canada only, no marketplace, higher pricing, teams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150+ reports, goal dashboards, Online Presence Mgmt, 40+ yrs 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Vagaro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Small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Outages, weak reporting, basic inventory, extra charges for 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Dashboards, reporting, goals, zero outage history, included 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343400"/>
            <a:ext cx="8686800" cy="50292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Meevo SDR Training Playbook — Slide 6: Competitive Landscape  |  Supplemented with current market research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Competitor SWOT Analysis — Booking Software</dc:title>
  <dc:subject>PptxGenJS Presentation</dc:subject>
  <dc:creator>Meevo Sales Leadership</dc:creator>
  <cp:lastModifiedBy>Meevo Sales Leadership</cp:lastModifiedBy>
  <cp:revision>2</cp:revision>
  <dcterms:created xsi:type="dcterms:W3CDTF">2026-02-27T15:40:52Z</dcterms:created>
  <dcterms:modified xsi:type="dcterms:W3CDTF">2026-03-06T21:36:25Z</dcterms:modified>
</cp:coreProperties>
</file>