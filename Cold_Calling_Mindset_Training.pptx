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F73B9-E6A1-6FF6-139E-20C5981B23DC}" v="12" dt="2026-03-10T14:45:40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D3DF73B9-E6A1-6FF6-139E-20C5981B23DC}"/>
    <pc:docChg chg="delSld modSld">
      <pc:chgData name="Terry Moorehead" userId="S::tmoorehead@meevo.com::a2a6df63-b8e3-4cea-aa6c-ded8cdcb5bd7" providerId="AD" clId="Web-{D3DF73B9-E6A1-6FF6-139E-20C5981B23DC}" dt="2026-03-10T14:45:40.974" v="11"/>
      <pc:docMkLst>
        <pc:docMk/>
      </pc:docMkLst>
      <pc:sldChg chg="del">
        <pc:chgData name="Terry Moorehead" userId="S::tmoorehead@meevo.com::a2a6df63-b8e3-4cea-aa6c-ded8cdcb5bd7" providerId="AD" clId="Web-{D3DF73B9-E6A1-6FF6-139E-20C5981B23DC}" dt="2026-03-10T14:45:18.192" v="0"/>
        <pc:sldMkLst>
          <pc:docMk/>
          <pc:sldMk cId="0" sldId="261"/>
        </pc:sldMkLst>
      </pc:sldChg>
      <pc:sldChg chg="del">
        <pc:chgData name="Terry Moorehead" userId="S::tmoorehead@meevo.com::a2a6df63-b8e3-4cea-aa6c-ded8cdcb5bd7" providerId="AD" clId="Web-{D3DF73B9-E6A1-6FF6-139E-20C5981B23DC}" dt="2026-03-10T14:45:21.426" v="1"/>
        <pc:sldMkLst>
          <pc:docMk/>
          <pc:sldMk cId="0" sldId="262"/>
        </pc:sldMkLst>
      </pc:sldChg>
      <pc:sldChg chg="delSp modSp">
        <pc:chgData name="Terry Moorehead" userId="S::tmoorehead@meevo.com::a2a6df63-b8e3-4cea-aa6c-ded8cdcb5bd7" providerId="AD" clId="Web-{D3DF73B9-E6A1-6FF6-139E-20C5981B23DC}" dt="2026-03-10T14:45:40.974" v="11"/>
        <pc:sldMkLst>
          <pc:docMk/>
          <pc:sldMk cId="0" sldId="263"/>
        </pc:sldMkLst>
        <pc:spChg chg="del">
          <ac:chgData name="Terry Moorehead" userId="S::tmoorehead@meevo.com::a2a6df63-b8e3-4cea-aa6c-ded8cdcb5bd7" providerId="AD" clId="Web-{D3DF73B9-E6A1-6FF6-139E-20C5981B23DC}" dt="2026-03-10T14:45:31.629" v="4"/>
          <ac:spMkLst>
            <pc:docMk/>
            <pc:sldMk cId="0" sldId="263"/>
            <ac:spMk id="16" creationId="{00000000-0000-0000-0000-000000000000}"/>
          </ac:spMkLst>
        </pc:spChg>
        <pc:spChg chg="del">
          <ac:chgData name="Terry Moorehead" userId="S::tmoorehead@meevo.com::a2a6df63-b8e3-4cea-aa6c-ded8cdcb5bd7" providerId="AD" clId="Web-{D3DF73B9-E6A1-6FF6-139E-20C5981B23DC}" dt="2026-03-10T14:45:35.129" v="6"/>
          <ac:spMkLst>
            <pc:docMk/>
            <pc:sldMk cId="0" sldId="263"/>
            <ac:spMk id="17" creationId="{00000000-0000-0000-0000-000000000000}"/>
          </ac:spMkLst>
        </pc:spChg>
        <pc:spChg chg="del mod">
          <ac:chgData name="Terry Moorehead" userId="S::tmoorehead@meevo.com::a2a6df63-b8e3-4cea-aa6c-ded8cdcb5bd7" providerId="AD" clId="Web-{D3DF73B9-E6A1-6FF6-139E-20C5981B23DC}" dt="2026-03-10T14:45:33.395" v="5"/>
          <ac:spMkLst>
            <pc:docMk/>
            <pc:sldMk cId="0" sldId="263"/>
            <ac:spMk id="19" creationId="{00000000-0000-0000-0000-000000000000}"/>
          </ac:spMkLst>
        </pc:spChg>
        <pc:spChg chg="del">
          <ac:chgData name="Terry Moorehead" userId="S::tmoorehead@meevo.com::a2a6df63-b8e3-4cea-aa6c-ded8cdcb5bd7" providerId="AD" clId="Web-{D3DF73B9-E6A1-6FF6-139E-20C5981B23DC}" dt="2026-03-10T14:45:40.974" v="11"/>
          <ac:spMkLst>
            <pc:docMk/>
            <pc:sldMk cId="0" sldId="263"/>
            <ac:spMk id="20" creationId="{00000000-0000-0000-0000-000000000000}"/>
          </ac:spMkLst>
        </pc:spChg>
        <pc:spChg chg="del">
          <ac:chgData name="Terry Moorehead" userId="S::tmoorehead@meevo.com::a2a6df63-b8e3-4cea-aa6c-ded8cdcb5bd7" providerId="AD" clId="Web-{D3DF73B9-E6A1-6FF6-139E-20C5981B23DC}" dt="2026-03-10T14:45:36.286" v="7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Terry Moorehead" userId="S::tmoorehead@meevo.com::a2a6df63-b8e3-4cea-aa6c-ded8cdcb5bd7" providerId="AD" clId="Web-{D3DF73B9-E6A1-6FF6-139E-20C5981B23DC}" dt="2026-03-10T14:45:38.817" v="9"/>
          <ac:spMkLst>
            <pc:docMk/>
            <pc:sldMk cId="0" sldId="263"/>
            <ac:spMk id="23" creationId="{00000000-0000-0000-0000-000000000000}"/>
          </ac:spMkLst>
        </pc:spChg>
        <pc:picChg chg="del">
          <ac:chgData name="Terry Moorehead" userId="S::tmoorehead@meevo.com::a2a6df63-b8e3-4cea-aa6c-ded8cdcb5bd7" providerId="AD" clId="Web-{D3DF73B9-E6A1-6FF6-139E-20C5981B23DC}" dt="2026-03-10T14:45:31.348" v="2"/>
          <ac:picMkLst>
            <pc:docMk/>
            <pc:sldMk cId="0" sldId="263"/>
            <ac:picMk id="18" creationId="{00000000-0000-0000-0000-000000000000}"/>
          </ac:picMkLst>
        </pc:picChg>
        <pc:picChg chg="del">
          <ac:chgData name="Terry Moorehead" userId="S::tmoorehead@meevo.com::a2a6df63-b8e3-4cea-aa6c-ded8cdcb5bd7" providerId="AD" clId="Web-{D3DF73B9-E6A1-6FF6-139E-20C5981B23DC}" dt="2026-03-10T14:45:39.911" v="10"/>
          <ac:picMkLst>
            <pc:docMk/>
            <pc:sldMk cId="0" sldId="263"/>
            <ac:picMk id="2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897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86200" y="457200"/>
            <a:ext cx="1371600" cy="1371600"/>
          </a:xfrm>
          <a:prstGeom prst="ellipse">
            <a:avLst/>
          </a:prstGeom>
          <a:solidFill>
            <a:srgbClr val="3A6B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Calling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Mindset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Iceberg Model: What Drives Your Behavior on the Phone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solidFill>
            <a:srgbClr val="1C303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54480" y="3657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"Business opportunities are never missed — they're just taken by someone else."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ICEBERG</a:t>
            </a:r>
          </a:p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SEE VS. WHAT DRIVES YOU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2D4A5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behavior on the phone is just the tip. Below the waterline: your emotions, beliefs, and mindset drive everything.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77640" cy="54864"/>
          </a:xfrm>
          <a:prstGeom prst="rect">
            <a:avLst/>
          </a:prstGeom>
          <a:solidFill>
            <a:srgbClr val="22A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Waterline — What People See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tone, words, confidence, pace, and professionalism. This is the 10% the prospect experiences.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3977640" cy="54864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Waterline — What Drives 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emotions, anxiety, confidence, beliefs about rejection, self-worth, and purpose. This is the 90% that controls everything.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977640" cy="150876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SEE (10%)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Choice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&amp; Energy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3977640" cy="150876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IT ALL (90%)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&amp; Fear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Self-Worth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About Rejection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Purpose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Experiences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MINDSET — ANXIETY-DRIVEN ICEBERG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36576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06240" y="1005840"/>
            <a:ext cx="4663440" cy="502920"/>
          </a:xfrm>
          <a:prstGeom prst="rect">
            <a:avLst/>
          </a:prstGeom>
          <a:solidFill>
            <a:srgbClr val="DE35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389120" y="1005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TASK WRONG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8912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task is to book meetings. Result = more demos booked."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0" y="2057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goals become: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2331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E3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quota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E3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my manager happy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E3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employed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3108960"/>
            <a:ext cx="4663440" cy="77724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200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 thinking: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5488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E3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hope people are interested"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06240" y="4023360"/>
            <a:ext cx="4663440" cy="594360"/>
          </a:xfrm>
          <a:prstGeom prst="rect">
            <a:avLst/>
          </a:prstGeom>
          <a:solidFill>
            <a:srgbClr val="1C3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389120" y="40233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structure, no confidence. Your own self-fulfilling prophecy.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MINDSET — CONFIDENCE-DRIVEN ICEBERG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36576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06240" y="1005840"/>
            <a:ext cx="4663440" cy="502920"/>
          </a:xfrm>
          <a:prstGeom prst="rect">
            <a:avLst/>
          </a:prstGeom>
          <a:solidFill>
            <a:srgbClr val="22A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389120" y="1005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THE TASK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8912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task is NOT to convince anyone. The task is to have conversations."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0" y="2057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goals become: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2331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relevant conversations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good questions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problems worth solving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3108960"/>
            <a:ext cx="4663440" cy="77724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200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 thinking: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5488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find people who might need my help"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06240" y="4023360"/>
            <a:ext cx="4663440" cy="59436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389120" y="40233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You sound calm and confident. Conversations happen naturally.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SET-UP — PRIME YOUR MINDSET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5943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/ Exercise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day with movement. Clear your head before you pick up the phone.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560320" y="1005840"/>
            <a:ext cx="2011680" cy="59436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0972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Yesterday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97480" y="17373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well? What can you change? Learn from every session.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0060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00600" y="1005840"/>
            <a:ext cx="2011680" cy="594360"/>
          </a:xfrm>
          <a:prstGeom prst="rect">
            <a:avLst/>
          </a:prstGeom>
          <a:solidFill>
            <a:srgbClr val="3A6B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972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37760" y="17373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stretch breaks. Structure your day around energy peaks.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04088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040880" y="1005840"/>
            <a:ext cx="2011680" cy="594360"/>
          </a:xfrm>
          <a:prstGeom prst="rect">
            <a:avLst/>
          </a:prstGeom>
          <a:solidFill>
            <a:srgbClr val="22A0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0972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Yourself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78040" y="17373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personal rewards for hitting milestones. Celebrate small wins.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D4A5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776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37947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Re-structure your daily habits. The way you start your morning directly shapes how you perform on the phone.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5943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058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mindset controls your behavior. Fix what's below the waterline first.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54864" cy="5943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74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737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the task: your job is to have conversations, not convince anyone.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2468880"/>
            <a:ext cx="54864" cy="5943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060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4688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habits matter: walk, reflect, structure your time, reward yourself.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solidFill>
            <a:srgbClr val="2D4A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2D4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86200" y="548640"/>
            <a:ext cx="1371600" cy="1371600"/>
          </a:xfrm>
          <a:prstGeom prst="ellipse">
            <a:avLst/>
          </a:prstGeom>
          <a:solidFill>
            <a:srgbClr val="3A6B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463040" y="3049172"/>
            <a:ext cx="6400800" cy="1371600"/>
          </a:xfrm>
          <a:prstGeom prst="rect">
            <a:avLst/>
          </a:prstGeom>
          <a:solidFill>
            <a:srgbClr val="1C303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108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828800" y="3520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behavior is the tip of the iceberg — fix what's underneath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to have conversations, not close deals on the phone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what you can: your prep, your mindset, your structure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kill it!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796</Words>
  <Application>Microsoft Office PowerPoint</Application>
  <PresentationFormat>On-screen Show (16:9)</PresentationFormat>
  <Paragraphs>117</Paragraphs>
  <Slides>7</Slides>
  <Notes>7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 Calling Mindset</dc:title>
  <dc:subject>PptxGenJS Presentation</dc:subject>
  <dc:creator>PptxGenJS</dc:creator>
  <cp:lastModifiedBy>Terry Moorehead</cp:lastModifiedBy>
  <cp:revision>7</cp:revision>
  <dcterms:created xsi:type="dcterms:W3CDTF">2026-03-02T14:33:53Z</dcterms:created>
  <dcterms:modified xsi:type="dcterms:W3CDTF">2026-03-10T14:45:49Z</dcterms:modified>
</cp:coreProperties>
</file>